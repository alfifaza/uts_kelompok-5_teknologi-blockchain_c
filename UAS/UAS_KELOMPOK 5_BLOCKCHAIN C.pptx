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Open Sans Bold" charset="1" panose="020B0806030504020204"/>
      <p:regular r:id="rId23"/>
    </p:embeddedFont>
    <p:embeddedFont>
      <p:font typeface="Open Sans Bold Italics" charset="1" panose="020B0806030504020204"/>
      <p:regular r:id="rId24"/>
    </p:embeddedFont>
    <p:embeddedFont>
      <p:font typeface="Open Sans" charset="1" panose="020B060603050402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jpeg" Type="http://schemas.openxmlformats.org/officeDocument/2006/relationships/image"/><Relationship Id="rId5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jpeg" Type="http://schemas.openxmlformats.org/officeDocument/2006/relationships/image"/><Relationship Id="rId4" Target="../media/image18.jpeg" Type="http://schemas.openxmlformats.org/officeDocument/2006/relationships/image"/><Relationship Id="rId5" Target="../media/image19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9.jpeg" Type="http://schemas.openxmlformats.org/officeDocument/2006/relationships/image"/><Relationship Id="rId4" Target="../media/image24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9.jpeg" Type="http://schemas.openxmlformats.org/officeDocument/2006/relationships/image"/><Relationship Id="rId4" Target="../media/image30.jpeg" Type="http://schemas.openxmlformats.org/officeDocument/2006/relationships/image"/><Relationship Id="rId5" Target="../media/image3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2.png" Type="http://schemas.openxmlformats.org/officeDocument/2006/relationships/image"/><Relationship Id="rId4" Target="https://github.com/alfifaza/Kelompok-5_Teknologi-Blockchain_C.git" TargetMode="External" Type="http://schemas.openxmlformats.org/officeDocument/2006/relationships/hyperlink"/><Relationship Id="rId5" Target="https://drive.google.com/drive/folders/1AK57PUgWu1jg86_BYhKdWccRsFNQKWU9" TargetMode="External" Type="http://schemas.openxmlformats.org/officeDocument/2006/relationships/hyperlink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13580" y="954082"/>
            <a:ext cx="2860841" cy="1072815"/>
          </a:xfrm>
          <a:custGeom>
            <a:avLst/>
            <a:gdLst/>
            <a:ahLst/>
            <a:cxnLst/>
            <a:rect r="r" b="b" t="t" l="l"/>
            <a:pathLst>
              <a:path h="1072815" w="2860841">
                <a:moveTo>
                  <a:pt x="0" y="0"/>
                </a:moveTo>
                <a:lnTo>
                  <a:pt x="2860840" y="0"/>
                </a:lnTo>
                <a:lnTo>
                  <a:pt x="2860840" y="1072816"/>
                </a:lnTo>
                <a:lnTo>
                  <a:pt x="0" y="10728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165928" y="2360273"/>
            <a:ext cx="3956145" cy="750044"/>
            <a:chOff x="0" y="0"/>
            <a:chExt cx="814022" cy="1543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4022" cy="154330"/>
            </a:xfrm>
            <a:custGeom>
              <a:avLst/>
              <a:gdLst/>
              <a:ahLst/>
              <a:cxnLst/>
              <a:rect r="r" b="b" t="t" l="l"/>
              <a:pathLst>
                <a:path h="154330" w="814022">
                  <a:moveTo>
                    <a:pt x="45866" y="0"/>
                  </a:moveTo>
                  <a:lnTo>
                    <a:pt x="768156" y="0"/>
                  </a:lnTo>
                  <a:cubicBezTo>
                    <a:pt x="780320" y="0"/>
                    <a:pt x="791986" y="4832"/>
                    <a:pt x="800588" y="13434"/>
                  </a:cubicBezTo>
                  <a:cubicBezTo>
                    <a:pt x="809189" y="22035"/>
                    <a:pt x="814022" y="33701"/>
                    <a:pt x="814022" y="45866"/>
                  </a:cubicBezTo>
                  <a:lnTo>
                    <a:pt x="814022" y="108464"/>
                  </a:lnTo>
                  <a:cubicBezTo>
                    <a:pt x="814022" y="133795"/>
                    <a:pt x="793487" y="154330"/>
                    <a:pt x="768156" y="154330"/>
                  </a:cubicBezTo>
                  <a:lnTo>
                    <a:pt x="45866" y="154330"/>
                  </a:lnTo>
                  <a:cubicBezTo>
                    <a:pt x="20535" y="154330"/>
                    <a:pt x="0" y="133795"/>
                    <a:pt x="0" y="108464"/>
                  </a:cubicBezTo>
                  <a:lnTo>
                    <a:pt x="0" y="45866"/>
                  </a:lnTo>
                  <a:cubicBezTo>
                    <a:pt x="0" y="20535"/>
                    <a:pt x="20535" y="0"/>
                    <a:pt x="45866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14022" cy="201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909305" y="3257954"/>
            <a:ext cx="12469390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5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IMPLEMENTASI SMART CONTRACT</a:t>
            </a:r>
            <a:r>
              <a:rPr lang="en-US" b="true" sz="45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PADA </a:t>
            </a:r>
          </a:p>
          <a:p>
            <a:pPr algn="ctr">
              <a:lnSpc>
                <a:spcPts val="6299"/>
              </a:lnSpc>
            </a:pPr>
            <a:r>
              <a:rPr lang="en-US" b="true" sz="45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SISTEM REKAM MEDIS ELEKTRONIK (RME) TERDESENTRALISASI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72440" y="5782079"/>
            <a:ext cx="9743119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 i="true">
                <a:solidFill>
                  <a:srgbClr val="2081A5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MENGGUNAKAN ETHEREUM SEPOLIA TESNET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27111" y="2403507"/>
            <a:ext cx="4033778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KELOMPOK 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743950"/>
            <a:ext cx="531334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TEKNOLOGI BLOCKCHAIN C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7143750"/>
            <a:ext cx="592934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Dosen Pengampu: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Riani Saputri Abadi, ST, M. Kom.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086986" y="6745691"/>
            <a:ext cx="8172314" cy="2512609"/>
            <a:chOff x="0" y="0"/>
            <a:chExt cx="1681546" cy="5169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81546" cy="516998"/>
            </a:xfrm>
            <a:custGeom>
              <a:avLst/>
              <a:gdLst/>
              <a:ahLst/>
              <a:cxnLst/>
              <a:rect r="r" b="b" t="t" l="l"/>
              <a:pathLst>
                <a:path h="516998" w="1681546">
                  <a:moveTo>
                    <a:pt x="37005" y="0"/>
                  </a:moveTo>
                  <a:lnTo>
                    <a:pt x="1644541" y="0"/>
                  </a:lnTo>
                  <a:cubicBezTo>
                    <a:pt x="1664978" y="0"/>
                    <a:pt x="1681546" y="16568"/>
                    <a:pt x="1681546" y="37005"/>
                  </a:cubicBezTo>
                  <a:lnTo>
                    <a:pt x="1681546" y="479992"/>
                  </a:lnTo>
                  <a:cubicBezTo>
                    <a:pt x="1681546" y="489807"/>
                    <a:pt x="1677647" y="499219"/>
                    <a:pt x="1670707" y="506159"/>
                  </a:cubicBezTo>
                  <a:cubicBezTo>
                    <a:pt x="1663768" y="513099"/>
                    <a:pt x="1654355" y="516998"/>
                    <a:pt x="1644541" y="516998"/>
                  </a:cubicBezTo>
                  <a:lnTo>
                    <a:pt x="37005" y="516998"/>
                  </a:lnTo>
                  <a:cubicBezTo>
                    <a:pt x="27191" y="516998"/>
                    <a:pt x="17778" y="513099"/>
                    <a:pt x="10839" y="506159"/>
                  </a:cubicBezTo>
                  <a:cubicBezTo>
                    <a:pt x="3899" y="499219"/>
                    <a:pt x="0" y="489807"/>
                    <a:pt x="0" y="479992"/>
                  </a:cubicBezTo>
                  <a:lnTo>
                    <a:pt x="0" y="37005"/>
                  </a:lnTo>
                  <a:cubicBezTo>
                    <a:pt x="0" y="27191"/>
                    <a:pt x="3899" y="17778"/>
                    <a:pt x="10839" y="10839"/>
                  </a:cubicBezTo>
                  <a:cubicBezTo>
                    <a:pt x="17778" y="3899"/>
                    <a:pt x="27191" y="0"/>
                    <a:pt x="37005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681546" cy="564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331093" y="6916146"/>
            <a:ext cx="768410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-12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Fanka Fathiroh                               (</a:t>
            </a:r>
            <a:r>
              <a:rPr lang="en-US" sz="3000" spc="-12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202332053)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-12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Muhammad Irawan Siswanto  (202332064)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-12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Sultan Nudzul Ikhram                  (202332079)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-12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Alfiyah Faza Ilyana                         (202332082)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52500"/>
            <a:ext cx="6710759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LATAR BELAKANG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950267" y="294022"/>
            <a:ext cx="1959140" cy="734678"/>
          </a:xfrm>
          <a:custGeom>
            <a:avLst/>
            <a:gdLst/>
            <a:ahLst/>
            <a:cxnLst/>
            <a:rect r="r" b="b" t="t" l="l"/>
            <a:pathLst>
              <a:path h="734678" w="1959140">
                <a:moveTo>
                  <a:pt x="0" y="0"/>
                </a:moveTo>
                <a:lnTo>
                  <a:pt x="1959140" y="0"/>
                </a:lnTo>
                <a:lnTo>
                  <a:pt x="1959140" y="734678"/>
                </a:lnTo>
                <a:lnTo>
                  <a:pt x="0" y="734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2986657"/>
            <a:ext cx="6710759" cy="800909"/>
            <a:chOff x="0" y="0"/>
            <a:chExt cx="1380815" cy="1647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80815" cy="164796"/>
            </a:xfrm>
            <a:custGeom>
              <a:avLst/>
              <a:gdLst/>
              <a:ahLst/>
              <a:cxnLst/>
              <a:rect r="r" b="b" t="t" l="l"/>
              <a:pathLst>
                <a:path h="164796" w="1380815">
                  <a:moveTo>
                    <a:pt x="45065" y="0"/>
                  </a:moveTo>
                  <a:lnTo>
                    <a:pt x="1335750" y="0"/>
                  </a:lnTo>
                  <a:cubicBezTo>
                    <a:pt x="1360639" y="0"/>
                    <a:pt x="1380815" y="20176"/>
                    <a:pt x="1380815" y="45065"/>
                  </a:cubicBezTo>
                  <a:lnTo>
                    <a:pt x="1380815" y="119731"/>
                  </a:lnTo>
                  <a:cubicBezTo>
                    <a:pt x="1380815" y="144620"/>
                    <a:pt x="1360639" y="164796"/>
                    <a:pt x="1335750" y="164796"/>
                  </a:cubicBezTo>
                  <a:lnTo>
                    <a:pt x="45065" y="164796"/>
                  </a:lnTo>
                  <a:cubicBezTo>
                    <a:pt x="20176" y="164796"/>
                    <a:pt x="0" y="144620"/>
                    <a:pt x="0" y="119731"/>
                  </a:cubicBezTo>
                  <a:lnTo>
                    <a:pt x="0" y="45065"/>
                  </a:lnTo>
                  <a:cubicBezTo>
                    <a:pt x="0" y="20176"/>
                    <a:pt x="20176" y="0"/>
                    <a:pt x="45065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380815" cy="212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69731" y="3169466"/>
            <a:ext cx="622869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Kerentanan data (</a:t>
            </a: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single point of failure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2155900"/>
            <a:ext cx="5041172" cy="703091"/>
            <a:chOff x="0" y="0"/>
            <a:chExt cx="1037278" cy="1446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7278" cy="144669"/>
            </a:xfrm>
            <a:custGeom>
              <a:avLst/>
              <a:gdLst/>
              <a:ahLst/>
              <a:cxnLst/>
              <a:rect r="r" b="b" t="t" l="l"/>
              <a:pathLst>
                <a:path h="144669" w="1037278">
                  <a:moveTo>
                    <a:pt x="59990" y="0"/>
                  </a:moveTo>
                  <a:lnTo>
                    <a:pt x="977289" y="0"/>
                  </a:lnTo>
                  <a:cubicBezTo>
                    <a:pt x="993199" y="0"/>
                    <a:pt x="1008457" y="6320"/>
                    <a:pt x="1019708" y="17571"/>
                  </a:cubicBezTo>
                  <a:cubicBezTo>
                    <a:pt x="1030958" y="28821"/>
                    <a:pt x="1037278" y="44079"/>
                    <a:pt x="1037278" y="59990"/>
                  </a:cubicBezTo>
                  <a:lnTo>
                    <a:pt x="1037278" y="84679"/>
                  </a:lnTo>
                  <a:cubicBezTo>
                    <a:pt x="1037278" y="100589"/>
                    <a:pt x="1030958" y="115848"/>
                    <a:pt x="1019708" y="127098"/>
                  </a:cubicBezTo>
                  <a:cubicBezTo>
                    <a:pt x="1008457" y="138349"/>
                    <a:pt x="993199" y="144669"/>
                    <a:pt x="977289" y="144669"/>
                  </a:cubicBezTo>
                  <a:lnTo>
                    <a:pt x="59990" y="144669"/>
                  </a:lnTo>
                  <a:cubicBezTo>
                    <a:pt x="26858" y="144669"/>
                    <a:pt x="0" y="117811"/>
                    <a:pt x="0" y="84679"/>
                  </a:cubicBezTo>
                  <a:lnTo>
                    <a:pt x="0" y="59990"/>
                  </a:lnTo>
                  <a:cubicBezTo>
                    <a:pt x="0" y="44079"/>
                    <a:pt x="6320" y="28821"/>
                    <a:pt x="17571" y="17571"/>
                  </a:cubicBezTo>
                  <a:cubicBezTo>
                    <a:pt x="28821" y="6320"/>
                    <a:pt x="44079" y="0"/>
                    <a:pt x="59990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037278" cy="19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93531" y="2290275"/>
            <a:ext cx="4782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</a:t>
            </a: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EMATIKA RME TERPUSAT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3911391"/>
            <a:ext cx="6710759" cy="1232109"/>
            <a:chOff x="0" y="0"/>
            <a:chExt cx="1380815" cy="253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80815" cy="253520"/>
            </a:xfrm>
            <a:custGeom>
              <a:avLst/>
              <a:gdLst/>
              <a:ahLst/>
              <a:cxnLst/>
              <a:rect r="r" b="b" t="t" l="l"/>
              <a:pathLst>
                <a:path h="253520" w="1380815">
                  <a:moveTo>
                    <a:pt x="45065" y="0"/>
                  </a:moveTo>
                  <a:lnTo>
                    <a:pt x="1335750" y="0"/>
                  </a:lnTo>
                  <a:cubicBezTo>
                    <a:pt x="1360639" y="0"/>
                    <a:pt x="1380815" y="20176"/>
                    <a:pt x="1380815" y="45065"/>
                  </a:cubicBezTo>
                  <a:lnTo>
                    <a:pt x="1380815" y="208456"/>
                  </a:lnTo>
                  <a:cubicBezTo>
                    <a:pt x="1380815" y="233344"/>
                    <a:pt x="1360639" y="253520"/>
                    <a:pt x="1335750" y="253520"/>
                  </a:cubicBezTo>
                  <a:lnTo>
                    <a:pt x="45065" y="253520"/>
                  </a:lnTo>
                  <a:cubicBezTo>
                    <a:pt x="20176" y="253520"/>
                    <a:pt x="0" y="233344"/>
                    <a:pt x="0" y="208456"/>
                  </a:cubicBezTo>
                  <a:lnTo>
                    <a:pt x="0" y="45065"/>
                  </a:lnTo>
                  <a:cubicBezTo>
                    <a:pt x="0" y="20176"/>
                    <a:pt x="20176" y="0"/>
                    <a:pt x="45065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380815" cy="301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69731" y="4094200"/>
            <a:ext cx="6228698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Pasi</a:t>
            </a: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 kehilangan ko</a:t>
            </a: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ntrol penuh atas data pribadi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8700" y="6589541"/>
            <a:ext cx="6710759" cy="800909"/>
            <a:chOff x="0" y="0"/>
            <a:chExt cx="1380815" cy="1647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80815" cy="164796"/>
            </a:xfrm>
            <a:custGeom>
              <a:avLst/>
              <a:gdLst/>
              <a:ahLst/>
              <a:cxnLst/>
              <a:rect r="r" b="b" t="t" l="l"/>
              <a:pathLst>
                <a:path h="164796" w="1380815">
                  <a:moveTo>
                    <a:pt x="45065" y="0"/>
                  </a:moveTo>
                  <a:lnTo>
                    <a:pt x="1335750" y="0"/>
                  </a:lnTo>
                  <a:cubicBezTo>
                    <a:pt x="1360639" y="0"/>
                    <a:pt x="1380815" y="20176"/>
                    <a:pt x="1380815" y="45065"/>
                  </a:cubicBezTo>
                  <a:lnTo>
                    <a:pt x="1380815" y="119731"/>
                  </a:lnTo>
                  <a:cubicBezTo>
                    <a:pt x="1380815" y="144620"/>
                    <a:pt x="1360639" y="164796"/>
                    <a:pt x="1335750" y="164796"/>
                  </a:cubicBezTo>
                  <a:lnTo>
                    <a:pt x="45065" y="164796"/>
                  </a:lnTo>
                  <a:cubicBezTo>
                    <a:pt x="20176" y="164796"/>
                    <a:pt x="0" y="144620"/>
                    <a:pt x="0" y="119731"/>
                  </a:cubicBezTo>
                  <a:lnTo>
                    <a:pt x="0" y="45065"/>
                  </a:lnTo>
                  <a:cubicBezTo>
                    <a:pt x="0" y="20176"/>
                    <a:pt x="20176" y="0"/>
                    <a:pt x="45065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380815" cy="212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69731" y="6772350"/>
            <a:ext cx="622869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</a:t>
            </a: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esentralisasi berba</a:t>
            </a: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sis Blockchain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8700" y="5762625"/>
            <a:ext cx="5041172" cy="703091"/>
            <a:chOff x="0" y="0"/>
            <a:chExt cx="1037278" cy="14466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37278" cy="144669"/>
            </a:xfrm>
            <a:custGeom>
              <a:avLst/>
              <a:gdLst/>
              <a:ahLst/>
              <a:cxnLst/>
              <a:rect r="r" b="b" t="t" l="l"/>
              <a:pathLst>
                <a:path h="144669" w="1037278">
                  <a:moveTo>
                    <a:pt x="59990" y="0"/>
                  </a:moveTo>
                  <a:lnTo>
                    <a:pt x="977289" y="0"/>
                  </a:lnTo>
                  <a:cubicBezTo>
                    <a:pt x="993199" y="0"/>
                    <a:pt x="1008457" y="6320"/>
                    <a:pt x="1019708" y="17571"/>
                  </a:cubicBezTo>
                  <a:cubicBezTo>
                    <a:pt x="1030958" y="28821"/>
                    <a:pt x="1037278" y="44079"/>
                    <a:pt x="1037278" y="59990"/>
                  </a:cubicBezTo>
                  <a:lnTo>
                    <a:pt x="1037278" y="84679"/>
                  </a:lnTo>
                  <a:cubicBezTo>
                    <a:pt x="1037278" y="100589"/>
                    <a:pt x="1030958" y="115848"/>
                    <a:pt x="1019708" y="127098"/>
                  </a:cubicBezTo>
                  <a:cubicBezTo>
                    <a:pt x="1008457" y="138349"/>
                    <a:pt x="993199" y="144669"/>
                    <a:pt x="977289" y="144669"/>
                  </a:cubicBezTo>
                  <a:lnTo>
                    <a:pt x="59990" y="144669"/>
                  </a:lnTo>
                  <a:cubicBezTo>
                    <a:pt x="26858" y="144669"/>
                    <a:pt x="0" y="117811"/>
                    <a:pt x="0" y="84679"/>
                  </a:cubicBezTo>
                  <a:lnTo>
                    <a:pt x="0" y="59990"/>
                  </a:lnTo>
                  <a:cubicBezTo>
                    <a:pt x="0" y="44079"/>
                    <a:pt x="6320" y="28821"/>
                    <a:pt x="17571" y="17571"/>
                  </a:cubicBezTo>
                  <a:cubicBezTo>
                    <a:pt x="28821" y="6320"/>
                    <a:pt x="44079" y="0"/>
                    <a:pt x="59990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037278" cy="19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87457" y="5897000"/>
            <a:ext cx="4782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TRAN</a:t>
            </a: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SFORMASI SOLUSI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28700" y="7514275"/>
            <a:ext cx="6710759" cy="800909"/>
            <a:chOff x="0" y="0"/>
            <a:chExt cx="1380815" cy="16479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80815" cy="164796"/>
            </a:xfrm>
            <a:custGeom>
              <a:avLst/>
              <a:gdLst/>
              <a:ahLst/>
              <a:cxnLst/>
              <a:rect r="r" b="b" t="t" l="l"/>
              <a:pathLst>
                <a:path h="164796" w="1380815">
                  <a:moveTo>
                    <a:pt x="45065" y="0"/>
                  </a:moveTo>
                  <a:lnTo>
                    <a:pt x="1335750" y="0"/>
                  </a:lnTo>
                  <a:cubicBezTo>
                    <a:pt x="1360639" y="0"/>
                    <a:pt x="1380815" y="20176"/>
                    <a:pt x="1380815" y="45065"/>
                  </a:cubicBezTo>
                  <a:lnTo>
                    <a:pt x="1380815" y="119731"/>
                  </a:lnTo>
                  <a:cubicBezTo>
                    <a:pt x="1380815" y="144620"/>
                    <a:pt x="1360639" y="164796"/>
                    <a:pt x="1335750" y="164796"/>
                  </a:cubicBezTo>
                  <a:lnTo>
                    <a:pt x="45065" y="164796"/>
                  </a:lnTo>
                  <a:cubicBezTo>
                    <a:pt x="20176" y="164796"/>
                    <a:pt x="0" y="144620"/>
                    <a:pt x="0" y="119731"/>
                  </a:cubicBezTo>
                  <a:lnTo>
                    <a:pt x="0" y="45065"/>
                  </a:lnTo>
                  <a:cubicBezTo>
                    <a:pt x="0" y="20176"/>
                    <a:pt x="20176" y="0"/>
                    <a:pt x="45065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380815" cy="212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269731" y="7697084"/>
            <a:ext cx="622869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</a:t>
            </a: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 pasien berdaulat (</a:t>
            </a: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self-sovereign)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28700" y="8439009"/>
            <a:ext cx="6710759" cy="800909"/>
            <a:chOff x="0" y="0"/>
            <a:chExt cx="1380815" cy="1647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80815" cy="164796"/>
            </a:xfrm>
            <a:custGeom>
              <a:avLst/>
              <a:gdLst/>
              <a:ahLst/>
              <a:cxnLst/>
              <a:rect r="r" b="b" t="t" l="l"/>
              <a:pathLst>
                <a:path h="164796" w="1380815">
                  <a:moveTo>
                    <a:pt x="45065" y="0"/>
                  </a:moveTo>
                  <a:lnTo>
                    <a:pt x="1335750" y="0"/>
                  </a:lnTo>
                  <a:cubicBezTo>
                    <a:pt x="1360639" y="0"/>
                    <a:pt x="1380815" y="20176"/>
                    <a:pt x="1380815" y="45065"/>
                  </a:cubicBezTo>
                  <a:lnTo>
                    <a:pt x="1380815" y="119731"/>
                  </a:lnTo>
                  <a:cubicBezTo>
                    <a:pt x="1380815" y="144620"/>
                    <a:pt x="1360639" y="164796"/>
                    <a:pt x="1335750" y="164796"/>
                  </a:cubicBezTo>
                  <a:lnTo>
                    <a:pt x="45065" y="164796"/>
                  </a:lnTo>
                  <a:cubicBezTo>
                    <a:pt x="20176" y="164796"/>
                    <a:pt x="0" y="144620"/>
                    <a:pt x="0" y="119731"/>
                  </a:cubicBezTo>
                  <a:lnTo>
                    <a:pt x="0" y="45065"/>
                  </a:lnTo>
                  <a:cubicBezTo>
                    <a:pt x="0" y="20176"/>
                    <a:pt x="20176" y="0"/>
                    <a:pt x="45065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380815" cy="212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287457" y="8619984"/>
            <a:ext cx="622869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</a:t>
            </a: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ansparansi akses tanpa peranta</a:t>
            </a: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922025" y="2661040"/>
            <a:ext cx="7337275" cy="2815944"/>
            <a:chOff x="0" y="0"/>
            <a:chExt cx="1509727" cy="57941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09727" cy="579412"/>
            </a:xfrm>
            <a:custGeom>
              <a:avLst/>
              <a:gdLst/>
              <a:ahLst/>
              <a:cxnLst/>
              <a:rect r="r" b="b" t="t" l="l"/>
              <a:pathLst>
                <a:path h="579412" w="1509727">
                  <a:moveTo>
                    <a:pt x="41217" y="0"/>
                  </a:moveTo>
                  <a:lnTo>
                    <a:pt x="1468511" y="0"/>
                  </a:lnTo>
                  <a:cubicBezTo>
                    <a:pt x="1491274" y="0"/>
                    <a:pt x="1509727" y="18453"/>
                    <a:pt x="1509727" y="41217"/>
                  </a:cubicBezTo>
                  <a:lnTo>
                    <a:pt x="1509727" y="538196"/>
                  </a:lnTo>
                  <a:cubicBezTo>
                    <a:pt x="1509727" y="560959"/>
                    <a:pt x="1491274" y="579412"/>
                    <a:pt x="1468511" y="579412"/>
                  </a:cubicBezTo>
                  <a:lnTo>
                    <a:pt x="41217" y="579412"/>
                  </a:lnTo>
                  <a:cubicBezTo>
                    <a:pt x="18453" y="579412"/>
                    <a:pt x="0" y="560959"/>
                    <a:pt x="0" y="538196"/>
                  </a:cubicBezTo>
                  <a:lnTo>
                    <a:pt x="0" y="41217"/>
                  </a:lnTo>
                  <a:cubicBezTo>
                    <a:pt x="0" y="18453"/>
                    <a:pt x="18453" y="0"/>
                    <a:pt x="41217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509727" cy="627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0207272" y="3434824"/>
            <a:ext cx="6766781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Ekosistem t</a:t>
            </a: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erdesentralisasi: Pasien sebagai pemegang otorita</a:t>
            </a: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s tunggal.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Menjamin integritas data dari manipulasi pihak luar.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07272" y="2790196"/>
            <a:ext cx="676678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b="true" sz="2799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TUJU</a:t>
            </a:r>
            <a:r>
              <a:rPr lang="en-US" b="true" sz="2799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922025" y="6134632"/>
            <a:ext cx="7337275" cy="3074529"/>
            <a:chOff x="0" y="0"/>
            <a:chExt cx="1509727" cy="63261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509727" cy="632619"/>
            </a:xfrm>
            <a:custGeom>
              <a:avLst/>
              <a:gdLst/>
              <a:ahLst/>
              <a:cxnLst/>
              <a:rect r="r" b="b" t="t" l="l"/>
              <a:pathLst>
                <a:path h="632619" w="1509727">
                  <a:moveTo>
                    <a:pt x="41217" y="0"/>
                  </a:moveTo>
                  <a:lnTo>
                    <a:pt x="1468511" y="0"/>
                  </a:lnTo>
                  <a:cubicBezTo>
                    <a:pt x="1491274" y="0"/>
                    <a:pt x="1509727" y="18453"/>
                    <a:pt x="1509727" y="41217"/>
                  </a:cubicBezTo>
                  <a:lnTo>
                    <a:pt x="1509727" y="591402"/>
                  </a:lnTo>
                  <a:cubicBezTo>
                    <a:pt x="1509727" y="614166"/>
                    <a:pt x="1491274" y="632619"/>
                    <a:pt x="1468511" y="632619"/>
                  </a:cubicBezTo>
                  <a:lnTo>
                    <a:pt x="41217" y="632619"/>
                  </a:lnTo>
                  <a:cubicBezTo>
                    <a:pt x="18453" y="632619"/>
                    <a:pt x="0" y="614166"/>
                    <a:pt x="0" y="591402"/>
                  </a:cubicBezTo>
                  <a:lnTo>
                    <a:pt x="0" y="41217"/>
                  </a:lnTo>
                  <a:cubicBezTo>
                    <a:pt x="0" y="18453"/>
                    <a:pt x="18453" y="0"/>
                    <a:pt x="41217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1509727" cy="680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0207272" y="6830911"/>
            <a:ext cx="6766781" cy="207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Ekosistem t</a:t>
            </a: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erdesentralisasi: Pasien sebagai pemegang otorita</a:t>
            </a: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s tunggal.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mart contract: Kontrol akses otonom.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Off-chain storage: Penyimpanan aman &amp; efisien.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207272" y="6263788"/>
            <a:ext cx="676678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b="true" sz="2799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RUANG L</a:t>
            </a:r>
            <a:r>
              <a:rPr lang="en-US" b="true" sz="2799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INGKUP</a:t>
            </a:r>
          </a:p>
        </p:txBody>
      </p:sp>
    </p:spTree>
  </p:cSld>
  <p:clrMapOvr>
    <a:masterClrMapping/>
  </p:clrMapOvr>
  <p:transition spd="slow">
    <p:push dir="r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50267" y="294022"/>
            <a:ext cx="1959140" cy="734678"/>
          </a:xfrm>
          <a:custGeom>
            <a:avLst/>
            <a:gdLst/>
            <a:ahLst/>
            <a:cxnLst/>
            <a:rect r="r" b="b" t="t" l="l"/>
            <a:pathLst>
              <a:path h="734678" w="1959140">
                <a:moveTo>
                  <a:pt x="0" y="0"/>
                </a:moveTo>
                <a:lnTo>
                  <a:pt x="1959140" y="0"/>
                </a:lnTo>
                <a:lnTo>
                  <a:pt x="1959140" y="734678"/>
                </a:lnTo>
                <a:lnTo>
                  <a:pt x="0" y="734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52500"/>
            <a:ext cx="6710759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ARSITEKTUR SISTEM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256686"/>
            <a:ext cx="5691794" cy="1501775"/>
            <a:chOff x="0" y="0"/>
            <a:chExt cx="1171151" cy="3090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1151" cy="309007"/>
            </a:xfrm>
            <a:custGeom>
              <a:avLst/>
              <a:gdLst/>
              <a:ahLst/>
              <a:cxnLst/>
              <a:rect r="r" b="b" t="t" l="l"/>
              <a:pathLst>
                <a:path h="309007" w="1171151">
                  <a:moveTo>
                    <a:pt x="53132" y="0"/>
                  </a:moveTo>
                  <a:lnTo>
                    <a:pt x="1118019" y="0"/>
                  </a:lnTo>
                  <a:cubicBezTo>
                    <a:pt x="1147363" y="0"/>
                    <a:pt x="1171151" y="23788"/>
                    <a:pt x="1171151" y="53132"/>
                  </a:cubicBezTo>
                  <a:lnTo>
                    <a:pt x="1171151" y="255875"/>
                  </a:lnTo>
                  <a:cubicBezTo>
                    <a:pt x="1171151" y="285219"/>
                    <a:pt x="1147363" y="309007"/>
                    <a:pt x="1118019" y="309007"/>
                  </a:cubicBezTo>
                  <a:lnTo>
                    <a:pt x="53132" y="309007"/>
                  </a:lnTo>
                  <a:cubicBezTo>
                    <a:pt x="23788" y="309007"/>
                    <a:pt x="0" y="285219"/>
                    <a:pt x="0" y="255875"/>
                  </a:cubicBezTo>
                  <a:lnTo>
                    <a:pt x="0" y="53132"/>
                  </a:lnTo>
                  <a:cubicBezTo>
                    <a:pt x="0" y="23788"/>
                    <a:pt x="23788" y="0"/>
                    <a:pt x="53132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171151" cy="356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83055" y="2390671"/>
            <a:ext cx="5240848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ront-End (Rea</a:t>
            </a: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ct.js + MetaMask)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Penyimpanan Data (IPFS)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Smart Contract (RME.sol)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724025"/>
            <a:ext cx="6033947" cy="405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</a:pPr>
            <a:r>
              <a:rPr lang="en-US" sz="2799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ARS</a:t>
            </a:r>
            <a:r>
              <a:rPr lang="en-US" b="true" sz="2799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ITEKTUR HYBRID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12302" y="2253358"/>
            <a:ext cx="2336401" cy="1505102"/>
            <a:chOff x="0" y="0"/>
            <a:chExt cx="480741" cy="3096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0741" cy="309692"/>
            </a:xfrm>
            <a:custGeom>
              <a:avLst/>
              <a:gdLst/>
              <a:ahLst/>
              <a:cxnLst/>
              <a:rect r="r" b="b" t="t" l="l"/>
              <a:pathLst>
                <a:path h="309692" w="480741">
                  <a:moveTo>
                    <a:pt x="129438" y="0"/>
                  </a:moveTo>
                  <a:lnTo>
                    <a:pt x="351303" y="0"/>
                  </a:lnTo>
                  <a:cubicBezTo>
                    <a:pt x="422790" y="0"/>
                    <a:pt x="480741" y="57951"/>
                    <a:pt x="480741" y="129438"/>
                  </a:cubicBezTo>
                  <a:lnTo>
                    <a:pt x="480741" y="180254"/>
                  </a:lnTo>
                  <a:cubicBezTo>
                    <a:pt x="480741" y="214583"/>
                    <a:pt x="467104" y="247506"/>
                    <a:pt x="442829" y="271780"/>
                  </a:cubicBezTo>
                  <a:cubicBezTo>
                    <a:pt x="418555" y="296055"/>
                    <a:pt x="385632" y="309692"/>
                    <a:pt x="351303" y="309692"/>
                  </a:cubicBezTo>
                  <a:lnTo>
                    <a:pt x="129438" y="309692"/>
                  </a:lnTo>
                  <a:cubicBezTo>
                    <a:pt x="95109" y="309692"/>
                    <a:pt x="62186" y="296055"/>
                    <a:pt x="37911" y="271780"/>
                  </a:cubicBezTo>
                  <a:cubicBezTo>
                    <a:pt x="13637" y="247506"/>
                    <a:pt x="0" y="214583"/>
                    <a:pt x="0" y="180254"/>
                  </a:cubicBezTo>
                  <a:lnTo>
                    <a:pt x="0" y="129438"/>
                  </a:lnTo>
                  <a:cubicBezTo>
                    <a:pt x="0" y="57951"/>
                    <a:pt x="57951" y="0"/>
                    <a:pt x="129438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80741" cy="357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812302" y="1647825"/>
            <a:ext cx="676678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b="true" sz="2799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</a:t>
            </a:r>
            <a:r>
              <a:rPr lang="en-US" b="true" sz="2799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UR KERJA SISTEM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70188" y="2776009"/>
            <a:ext cx="2020629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</a:t>
            </a: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TORISASI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267826" y="2227897"/>
            <a:ext cx="2199259" cy="1530564"/>
            <a:chOff x="0" y="0"/>
            <a:chExt cx="452522" cy="3149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52522" cy="314931"/>
            </a:xfrm>
            <a:custGeom>
              <a:avLst/>
              <a:gdLst/>
              <a:ahLst/>
              <a:cxnLst/>
              <a:rect r="r" b="b" t="t" l="l"/>
              <a:pathLst>
                <a:path h="314931" w="452522">
                  <a:moveTo>
                    <a:pt x="137509" y="0"/>
                  </a:moveTo>
                  <a:lnTo>
                    <a:pt x="315013" y="0"/>
                  </a:lnTo>
                  <a:cubicBezTo>
                    <a:pt x="351483" y="0"/>
                    <a:pt x="386459" y="14488"/>
                    <a:pt x="412247" y="40276"/>
                  </a:cubicBezTo>
                  <a:cubicBezTo>
                    <a:pt x="438035" y="66064"/>
                    <a:pt x="452522" y="101040"/>
                    <a:pt x="452522" y="137509"/>
                  </a:cubicBezTo>
                  <a:lnTo>
                    <a:pt x="452522" y="177421"/>
                  </a:lnTo>
                  <a:cubicBezTo>
                    <a:pt x="452522" y="253366"/>
                    <a:pt x="390957" y="314931"/>
                    <a:pt x="315013" y="314931"/>
                  </a:cubicBezTo>
                  <a:lnTo>
                    <a:pt x="137509" y="314931"/>
                  </a:lnTo>
                  <a:cubicBezTo>
                    <a:pt x="101040" y="314931"/>
                    <a:pt x="66064" y="300443"/>
                    <a:pt x="40276" y="274655"/>
                  </a:cubicBezTo>
                  <a:cubicBezTo>
                    <a:pt x="14488" y="248867"/>
                    <a:pt x="0" y="213891"/>
                    <a:pt x="0" y="177421"/>
                  </a:cubicBezTo>
                  <a:lnTo>
                    <a:pt x="0" y="137509"/>
                  </a:lnTo>
                  <a:cubicBezTo>
                    <a:pt x="0" y="101040"/>
                    <a:pt x="14488" y="66064"/>
                    <a:pt x="40276" y="40276"/>
                  </a:cubicBezTo>
                  <a:cubicBezTo>
                    <a:pt x="66064" y="14488"/>
                    <a:pt x="101040" y="0"/>
                    <a:pt x="137509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52522" cy="3625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418795" y="2776009"/>
            <a:ext cx="190202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INPUT DA</a:t>
            </a: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590910" y="2244934"/>
            <a:ext cx="2356380" cy="1513526"/>
            <a:chOff x="0" y="0"/>
            <a:chExt cx="484852" cy="31142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4852" cy="311425"/>
            </a:xfrm>
            <a:custGeom>
              <a:avLst/>
              <a:gdLst/>
              <a:ahLst/>
              <a:cxnLst/>
              <a:rect r="r" b="b" t="t" l="l"/>
              <a:pathLst>
                <a:path h="311425" w="484852">
                  <a:moveTo>
                    <a:pt x="128340" y="0"/>
                  </a:moveTo>
                  <a:lnTo>
                    <a:pt x="356511" y="0"/>
                  </a:lnTo>
                  <a:cubicBezTo>
                    <a:pt x="390549" y="0"/>
                    <a:pt x="423193" y="13522"/>
                    <a:pt x="447262" y="37590"/>
                  </a:cubicBezTo>
                  <a:cubicBezTo>
                    <a:pt x="471330" y="61659"/>
                    <a:pt x="484852" y="94302"/>
                    <a:pt x="484852" y="128340"/>
                  </a:cubicBezTo>
                  <a:lnTo>
                    <a:pt x="484852" y="183085"/>
                  </a:lnTo>
                  <a:cubicBezTo>
                    <a:pt x="484852" y="217123"/>
                    <a:pt x="471330" y="249767"/>
                    <a:pt x="447262" y="273835"/>
                  </a:cubicBezTo>
                  <a:cubicBezTo>
                    <a:pt x="423193" y="297904"/>
                    <a:pt x="390549" y="311425"/>
                    <a:pt x="356511" y="311425"/>
                  </a:cubicBezTo>
                  <a:lnTo>
                    <a:pt x="128340" y="311425"/>
                  </a:lnTo>
                  <a:cubicBezTo>
                    <a:pt x="57460" y="311425"/>
                    <a:pt x="0" y="253965"/>
                    <a:pt x="0" y="183085"/>
                  </a:cubicBezTo>
                  <a:lnTo>
                    <a:pt x="0" y="128340"/>
                  </a:lnTo>
                  <a:cubicBezTo>
                    <a:pt x="0" y="94302"/>
                    <a:pt x="13522" y="61659"/>
                    <a:pt x="37590" y="37590"/>
                  </a:cubicBezTo>
                  <a:cubicBezTo>
                    <a:pt x="61659" y="13522"/>
                    <a:pt x="94302" y="0"/>
                    <a:pt x="128340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84852" cy="359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2750146" y="2776009"/>
            <a:ext cx="203790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PENCATA</a:t>
            </a: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5071114" y="2227897"/>
            <a:ext cx="2188186" cy="1530564"/>
            <a:chOff x="0" y="0"/>
            <a:chExt cx="450244" cy="31493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50244" cy="314931"/>
            </a:xfrm>
            <a:custGeom>
              <a:avLst/>
              <a:gdLst/>
              <a:ahLst/>
              <a:cxnLst/>
              <a:rect r="r" b="b" t="t" l="l"/>
              <a:pathLst>
                <a:path h="314931" w="450244">
                  <a:moveTo>
                    <a:pt x="138205" y="0"/>
                  </a:moveTo>
                  <a:lnTo>
                    <a:pt x="312039" y="0"/>
                  </a:lnTo>
                  <a:cubicBezTo>
                    <a:pt x="348693" y="0"/>
                    <a:pt x="383846" y="14561"/>
                    <a:pt x="409765" y="40479"/>
                  </a:cubicBezTo>
                  <a:cubicBezTo>
                    <a:pt x="435683" y="66398"/>
                    <a:pt x="450244" y="101551"/>
                    <a:pt x="450244" y="138205"/>
                  </a:cubicBezTo>
                  <a:lnTo>
                    <a:pt x="450244" y="176726"/>
                  </a:lnTo>
                  <a:cubicBezTo>
                    <a:pt x="450244" y="213380"/>
                    <a:pt x="435683" y="248533"/>
                    <a:pt x="409765" y="274451"/>
                  </a:cubicBezTo>
                  <a:cubicBezTo>
                    <a:pt x="383846" y="300370"/>
                    <a:pt x="348693" y="314931"/>
                    <a:pt x="312039" y="314931"/>
                  </a:cubicBezTo>
                  <a:lnTo>
                    <a:pt x="138205" y="314931"/>
                  </a:lnTo>
                  <a:cubicBezTo>
                    <a:pt x="101551" y="314931"/>
                    <a:pt x="66398" y="300370"/>
                    <a:pt x="40479" y="274451"/>
                  </a:cubicBezTo>
                  <a:cubicBezTo>
                    <a:pt x="14561" y="248533"/>
                    <a:pt x="0" y="213380"/>
                    <a:pt x="0" y="176726"/>
                  </a:cubicBezTo>
                  <a:lnTo>
                    <a:pt x="0" y="138205"/>
                  </a:lnTo>
                  <a:cubicBezTo>
                    <a:pt x="0" y="101551"/>
                    <a:pt x="14561" y="66398"/>
                    <a:pt x="40479" y="40479"/>
                  </a:cubicBezTo>
                  <a:cubicBezTo>
                    <a:pt x="66398" y="14561"/>
                    <a:pt x="101551" y="0"/>
                    <a:pt x="138205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450244" cy="3625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5218985" y="2790403"/>
            <a:ext cx="189244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VERIFIK</a:t>
            </a: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ASI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3796561"/>
            <a:ext cx="829316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b="true" sz="2799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FUNGSI SMART CONTRACT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42804" y="4563641"/>
            <a:ext cx="2911912" cy="605259"/>
            <a:chOff x="0" y="0"/>
            <a:chExt cx="599159" cy="12453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99159" cy="124539"/>
            </a:xfrm>
            <a:custGeom>
              <a:avLst/>
              <a:gdLst/>
              <a:ahLst/>
              <a:cxnLst/>
              <a:rect r="r" b="b" t="t" l="l"/>
              <a:pathLst>
                <a:path h="124539" w="599159">
                  <a:moveTo>
                    <a:pt x="62269" y="0"/>
                  </a:moveTo>
                  <a:lnTo>
                    <a:pt x="536889" y="0"/>
                  </a:lnTo>
                  <a:cubicBezTo>
                    <a:pt x="571280" y="0"/>
                    <a:pt x="599159" y="27879"/>
                    <a:pt x="599159" y="62269"/>
                  </a:cubicBezTo>
                  <a:lnTo>
                    <a:pt x="599159" y="62269"/>
                  </a:lnTo>
                  <a:cubicBezTo>
                    <a:pt x="599159" y="96660"/>
                    <a:pt x="571280" y="124539"/>
                    <a:pt x="536889" y="124539"/>
                  </a:cubicBezTo>
                  <a:lnTo>
                    <a:pt x="62269" y="124539"/>
                  </a:lnTo>
                  <a:cubicBezTo>
                    <a:pt x="27879" y="124539"/>
                    <a:pt x="0" y="96660"/>
                    <a:pt x="0" y="62269"/>
                  </a:cubicBezTo>
                  <a:lnTo>
                    <a:pt x="0" y="62269"/>
                  </a:lnTo>
                  <a:cubicBezTo>
                    <a:pt x="0" y="27879"/>
                    <a:pt x="27879" y="0"/>
                    <a:pt x="62269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599159" cy="172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17536" y="4637378"/>
            <a:ext cx="276244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regi</a:t>
            </a: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sterUser()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142804" y="5454650"/>
            <a:ext cx="2911912" cy="605259"/>
            <a:chOff x="0" y="0"/>
            <a:chExt cx="599159" cy="12453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99159" cy="124539"/>
            </a:xfrm>
            <a:custGeom>
              <a:avLst/>
              <a:gdLst/>
              <a:ahLst/>
              <a:cxnLst/>
              <a:rect r="r" b="b" t="t" l="l"/>
              <a:pathLst>
                <a:path h="124539" w="599159">
                  <a:moveTo>
                    <a:pt x="62269" y="0"/>
                  </a:moveTo>
                  <a:lnTo>
                    <a:pt x="536889" y="0"/>
                  </a:lnTo>
                  <a:cubicBezTo>
                    <a:pt x="571280" y="0"/>
                    <a:pt x="599159" y="27879"/>
                    <a:pt x="599159" y="62269"/>
                  </a:cubicBezTo>
                  <a:lnTo>
                    <a:pt x="599159" y="62269"/>
                  </a:lnTo>
                  <a:cubicBezTo>
                    <a:pt x="599159" y="96660"/>
                    <a:pt x="571280" y="124539"/>
                    <a:pt x="536889" y="124539"/>
                  </a:cubicBezTo>
                  <a:lnTo>
                    <a:pt x="62269" y="124539"/>
                  </a:lnTo>
                  <a:cubicBezTo>
                    <a:pt x="27879" y="124539"/>
                    <a:pt x="0" y="96660"/>
                    <a:pt x="0" y="62269"/>
                  </a:cubicBezTo>
                  <a:lnTo>
                    <a:pt x="0" y="62269"/>
                  </a:lnTo>
                  <a:cubicBezTo>
                    <a:pt x="0" y="27879"/>
                    <a:pt x="27879" y="0"/>
                    <a:pt x="62269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599159" cy="172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217536" y="5540109"/>
            <a:ext cx="276244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getU</a:t>
            </a: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ser()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142804" y="6345659"/>
            <a:ext cx="2911912" cy="605259"/>
            <a:chOff x="0" y="0"/>
            <a:chExt cx="599159" cy="12453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99159" cy="124539"/>
            </a:xfrm>
            <a:custGeom>
              <a:avLst/>
              <a:gdLst/>
              <a:ahLst/>
              <a:cxnLst/>
              <a:rect r="r" b="b" t="t" l="l"/>
              <a:pathLst>
                <a:path h="124539" w="599159">
                  <a:moveTo>
                    <a:pt x="62269" y="0"/>
                  </a:moveTo>
                  <a:lnTo>
                    <a:pt x="536889" y="0"/>
                  </a:lnTo>
                  <a:cubicBezTo>
                    <a:pt x="571280" y="0"/>
                    <a:pt x="599159" y="27879"/>
                    <a:pt x="599159" y="62269"/>
                  </a:cubicBezTo>
                  <a:lnTo>
                    <a:pt x="599159" y="62269"/>
                  </a:lnTo>
                  <a:cubicBezTo>
                    <a:pt x="599159" y="96660"/>
                    <a:pt x="571280" y="124539"/>
                    <a:pt x="536889" y="124539"/>
                  </a:cubicBezTo>
                  <a:lnTo>
                    <a:pt x="62269" y="124539"/>
                  </a:lnTo>
                  <a:cubicBezTo>
                    <a:pt x="27879" y="124539"/>
                    <a:pt x="0" y="96660"/>
                    <a:pt x="0" y="62269"/>
                  </a:cubicBezTo>
                  <a:lnTo>
                    <a:pt x="0" y="62269"/>
                  </a:lnTo>
                  <a:cubicBezTo>
                    <a:pt x="0" y="27879"/>
                    <a:pt x="27879" y="0"/>
                    <a:pt x="62269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599159" cy="172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207493" y="6431118"/>
            <a:ext cx="275807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grantAcce</a:t>
            </a: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ss()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346382" y="4468391"/>
            <a:ext cx="4748224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gistrasi wallet dan penetapan peran (Pasien/Dokter).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346382" y="5416550"/>
            <a:ext cx="4748224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alidasi status dan peran pengguna di sistem.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346382" y="6307559"/>
            <a:ext cx="4748224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asien memberi izin akses medis ke wallet dokter.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142804" y="7293818"/>
            <a:ext cx="2911912" cy="605259"/>
            <a:chOff x="0" y="0"/>
            <a:chExt cx="599159" cy="12453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99159" cy="124539"/>
            </a:xfrm>
            <a:custGeom>
              <a:avLst/>
              <a:gdLst/>
              <a:ahLst/>
              <a:cxnLst/>
              <a:rect r="r" b="b" t="t" l="l"/>
              <a:pathLst>
                <a:path h="124539" w="599159">
                  <a:moveTo>
                    <a:pt x="62269" y="0"/>
                  </a:moveTo>
                  <a:lnTo>
                    <a:pt x="536889" y="0"/>
                  </a:lnTo>
                  <a:cubicBezTo>
                    <a:pt x="571280" y="0"/>
                    <a:pt x="599159" y="27879"/>
                    <a:pt x="599159" y="62269"/>
                  </a:cubicBezTo>
                  <a:lnTo>
                    <a:pt x="599159" y="62269"/>
                  </a:lnTo>
                  <a:cubicBezTo>
                    <a:pt x="599159" y="96660"/>
                    <a:pt x="571280" y="124539"/>
                    <a:pt x="536889" y="124539"/>
                  </a:cubicBezTo>
                  <a:lnTo>
                    <a:pt x="62269" y="124539"/>
                  </a:lnTo>
                  <a:cubicBezTo>
                    <a:pt x="27879" y="124539"/>
                    <a:pt x="0" y="96660"/>
                    <a:pt x="0" y="62269"/>
                  </a:cubicBezTo>
                  <a:lnTo>
                    <a:pt x="0" y="62269"/>
                  </a:lnTo>
                  <a:cubicBezTo>
                    <a:pt x="0" y="27879"/>
                    <a:pt x="27879" y="0"/>
                    <a:pt x="62269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599159" cy="172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217536" y="7367555"/>
            <a:ext cx="276244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revok</a:t>
            </a: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eAccess()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346382" y="7198568"/>
            <a:ext cx="4748224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asien mencabut akses dokter secara real-time.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346382" y="8146727"/>
            <a:ext cx="4748224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Dokter men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gunggah hash dokumen dan CID IPFS.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9193394" y="4620791"/>
            <a:ext cx="2911912" cy="605259"/>
            <a:chOff x="0" y="0"/>
            <a:chExt cx="599159" cy="12453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99159" cy="124539"/>
            </a:xfrm>
            <a:custGeom>
              <a:avLst/>
              <a:gdLst/>
              <a:ahLst/>
              <a:cxnLst/>
              <a:rect r="r" b="b" t="t" l="l"/>
              <a:pathLst>
                <a:path h="124539" w="599159">
                  <a:moveTo>
                    <a:pt x="62269" y="0"/>
                  </a:moveTo>
                  <a:lnTo>
                    <a:pt x="536889" y="0"/>
                  </a:lnTo>
                  <a:cubicBezTo>
                    <a:pt x="571280" y="0"/>
                    <a:pt x="599159" y="27879"/>
                    <a:pt x="599159" y="62269"/>
                  </a:cubicBezTo>
                  <a:lnTo>
                    <a:pt x="599159" y="62269"/>
                  </a:lnTo>
                  <a:cubicBezTo>
                    <a:pt x="599159" y="96660"/>
                    <a:pt x="571280" y="124539"/>
                    <a:pt x="536889" y="124539"/>
                  </a:cubicBezTo>
                  <a:lnTo>
                    <a:pt x="62269" y="124539"/>
                  </a:lnTo>
                  <a:cubicBezTo>
                    <a:pt x="27879" y="124539"/>
                    <a:pt x="0" y="96660"/>
                    <a:pt x="0" y="62269"/>
                  </a:cubicBezTo>
                  <a:lnTo>
                    <a:pt x="0" y="62269"/>
                  </a:lnTo>
                  <a:cubicBezTo>
                    <a:pt x="0" y="27879"/>
                    <a:pt x="27879" y="0"/>
                    <a:pt x="62269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599159" cy="172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9268126" y="4694528"/>
            <a:ext cx="276244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</a:t>
            </a: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tRecords()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9193394" y="5511800"/>
            <a:ext cx="2911912" cy="605259"/>
            <a:chOff x="0" y="0"/>
            <a:chExt cx="599159" cy="12453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99159" cy="124539"/>
            </a:xfrm>
            <a:custGeom>
              <a:avLst/>
              <a:gdLst/>
              <a:ahLst/>
              <a:cxnLst/>
              <a:rect r="r" b="b" t="t" l="l"/>
              <a:pathLst>
                <a:path h="124539" w="599159">
                  <a:moveTo>
                    <a:pt x="62269" y="0"/>
                  </a:moveTo>
                  <a:lnTo>
                    <a:pt x="536889" y="0"/>
                  </a:lnTo>
                  <a:cubicBezTo>
                    <a:pt x="571280" y="0"/>
                    <a:pt x="599159" y="27879"/>
                    <a:pt x="599159" y="62269"/>
                  </a:cubicBezTo>
                  <a:lnTo>
                    <a:pt x="599159" y="62269"/>
                  </a:lnTo>
                  <a:cubicBezTo>
                    <a:pt x="599159" y="96660"/>
                    <a:pt x="571280" y="124539"/>
                    <a:pt x="536889" y="124539"/>
                  </a:cubicBezTo>
                  <a:lnTo>
                    <a:pt x="62269" y="124539"/>
                  </a:lnTo>
                  <a:cubicBezTo>
                    <a:pt x="27879" y="124539"/>
                    <a:pt x="0" y="96660"/>
                    <a:pt x="0" y="62269"/>
                  </a:cubicBezTo>
                  <a:lnTo>
                    <a:pt x="0" y="62269"/>
                  </a:lnTo>
                  <a:cubicBezTo>
                    <a:pt x="0" y="27879"/>
                    <a:pt x="27879" y="0"/>
                    <a:pt x="62269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599159" cy="172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9230760" y="5612869"/>
            <a:ext cx="283718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getAuthoriz</a:t>
            </a:r>
            <a:r>
              <a:rPr lang="en-US" b="true" sz="19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edDoctors()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9193394" y="6402809"/>
            <a:ext cx="2911912" cy="605259"/>
            <a:chOff x="0" y="0"/>
            <a:chExt cx="599159" cy="12453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99159" cy="124539"/>
            </a:xfrm>
            <a:custGeom>
              <a:avLst/>
              <a:gdLst/>
              <a:ahLst/>
              <a:cxnLst/>
              <a:rect r="r" b="b" t="t" l="l"/>
              <a:pathLst>
                <a:path h="124539" w="599159">
                  <a:moveTo>
                    <a:pt x="62269" y="0"/>
                  </a:moveTo>
                  <a:lnTo>
                    <a:pt x="536889" y="0"/>
                  </a:lnTo>
                  <a:cubicBezTo>
                    <a:pt x="571280" y="0"/>
                    <a:pt x="599159" y="27879"/>
                    <a:pt x="599159" y="62269"/>
                  </a:cubicBezTo>
                  <a:lnTo>
                    <a:pt x="599159" y="62269"/>
                  </a:lnTo>
                  <a:cubicBezTo>
                    <a:pt x="599159" y="96660"/>
                    <a:pt x="571280" y="124539"/>
                    <a:pt x="536889" y="124539"/>
                  </a:cubicBezTo>
                  <a:lnTo>
                    <a:pt x="62269" y="124539"/>
                  </a:lnTo>
                  <a:cubicBezTo>
                    <a:pt x="27879" y="124539"/>
                    <a:pt x="0" y="96660"/>
                    <a:pt x="0" y="62269"/>
                  </a:cubicBezTo>
                  <a:lnTo>
                    <a:pt x="0" y="62269"/>
                  </a:lnTo>
                  <a:cubicBezTo>
                    <a:pt x="0" y="27879"/>
                    <a:pt x="27879" y="0"/>
                    <a:pt x="62269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599159" cy="172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9258083" y="6488268"/>
            <a:ext cx="275807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checkAcce</a:t>
            </a: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ss()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396972" y="4525541"/>
            <a:ext cx="4748224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gambil daftar riwayat medis pasien.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396972" y="5473700"/>
            <a:ext cx="4748224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ampilkan daftar dokter yang diberi izin pasien.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396972" y="6364709"/>
            <a:ext cx="4748224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Memv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alidasi status izin akses dokter dan pasien.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9193394" y="7350968"/>
            <a:ext cx="2911912" cy="605259"/>
            <a:chOff x="0" y="0"/>
            <a:chExt cx="599159" cy="12453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99159" cy="124539"/>
            </a:xfrm>
            <a:custGeom>
              <a:avLst/>
              <a:gdLst/>
              <a:ahLst/>
              <a:cxnLst/>
              <a:rect r="r" b="b" t="t" l="l"/>
              <a:pathLst>
                <a:path h="124539" w="599159">
                  <a:moveTo>
                    <a:pt x="62269" y="0"/>
                  </a:moveTo>
                  <a:lnTo>
                    <a:pt x="536889" y="0"/>
                  </a:lnTo>
                  <a:cubicBezTo>
                    <a:pt x="571280" y="0"/>
                    <a:pt x="599159" y="27879"/>
                    <a:pt x="599159" y="62269"/>
                  </a:cubicBezTo>
                  <a:lnTo>
                    <a:pt x="599159" y="62269"/>
                  </a:lnTo>
                  <a:cubicBezTo>
                    <a:pt x="599159" y="96660"/>
                    <a:pt x="571280" y="124539"/>
                    <a:pt x="536889" y="124539"/>
                  </a:cubicBezTo>
                  <a:lnTo>
                    <a:pt x="62269" y="124539"/>
                  </a:lnTo>
                  <a:cubicBezTo>
                    <a:pt x="27879" y="124539"/>
                    <a:pt x="0" y="96660"/>
                    <a:pt x="0" y="62269"/>
                  </a:cubicBezTo>
                  <a:lnTo>
                    <a:pt x="0" y="62269"/>
                  </a:lnTo>
                  <a:cubicBezTo>
                    <a:pt x="0" y="27879"/>
                    <a:pt x="27879" y="0"/>
                    <a:pt x="62269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599159" cy="172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9268126" y="7424705"/>
            <a:ext cx="276244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verifyIntegri</a:t>
            </a: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ty()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2396972" y="7255718"/>
            <a:ext cx="4748224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Ver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ifikasi keaslian data dengan mencocokkan hash.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1142804" y="8213402"/>
            <a:ext cx="2911912" cy="605259"/>
            <a:chOff x="0" y="0"/>
            <a:chExt cx="599159" cy="12453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99159" cy="124539"/>
            </a:xfrm>
            <a:custGeom>
              <a:avLst/>
              <a:gdLst/>
              <a:ahLst/>
              <a:cxnLst/>
              <a:rect r="r" b="b" t="t" l="l"/>
              <a:pathLst>
                <a:path h="124539" w="599159">
                  <a:moveTo>
                    <a:pt x="62269" y="0"/>
                  </a:moveTo>
                  <a:lnTo>
                    <a:pt x="536889" y="0"/>
                  </a:lnTo>
                  <a:cubicBezTo>
                    <a:pt x="571280" y="0"/>
                    <a:pt x="599159" y="27879"/>
                    <a:pt x="599159" y="62269"/>
                  </a:cubicBezTo>
                  <a:lnTo>
                    <a:pt x="599159" y="62269"/>
                  </a:lnTo>
                  <a:cubicBezTo>
                    <a:pt x="599159" y="96660"/>
                    <a:pt x="571280" y="124539"/>
                    <a:pt x="536889" y="124539"/>
                  </a:cubicBezTo>
                  <a:lnTo>
                    <a:pt x="62269" y="124539"/>
                  </a:lnTo>
                  <a:cubicBezTo>
                    <a:pt x="27879" y="124539"/>
                    <a:pt x="0" y="96660"/>
                    <a:pt x="0" y="62269"/>
                  </a:cubicBezTo>
                  <a:lnTo>
                    <a:pt x="0" y="62269"/>
                  </a:lnTo>
                  <a:cubicBezTo>
                    <a:pt x="0" y="27879"/>
                    <a:pt x="27879" y="0"/>
                    <a:pt x="62269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599159" cy="172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1217536" y="8277614"/>
            <a:ext cx="276244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addMedi</a:t>
            </a:r>
            <a:r>
              <a:rPr lang="en-US" b="true" sz="2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calRecord()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1142804" y="9149838"/>
            <a:ext cx="2911912" cy="605259"/>
            <a:chOff x="0" y="0"/>
            <a:chExt cx="599159" cy="12453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99159" cy="124539"/>
            </a:xfrm>
            <a:custGeom>
              <a:avLst/>
              <a:gdLst/>
              <a:ahLst/>
              <a:cxnLst/>
              <a:rect r="r" b="b" t="t" l="l"/>
              <a:pathLst>
                <a:path h="124539" w="599159">
                  <a:moveTo>
                    <a:pt x="62269" y="0"/>
                  </a:moveTo>
                  <a:lnTo>
                    <a:pt x="536889" y="0"/>
                  </a:lnTo>
                  <a:cubicBezTo>
                    <a:pt x="571280" y="0"/>
                    <a:pt x="599159" y="27879"/>
                    <a:pt x="599159" y="62269"/>
                  </a:cubicBezTo>
                  <a:lnTo>
                    <a:pt x="599159" y="62269"/>
                  </a:lnTo>
                  <a:cubicBezTo>
                    <a:pt x="599159" y="96660"/>
                    <a:pt x="571280" y="124539"/>
                    <a:pt x="536889" y="124539"/>
                  </a:cubicBezTo>
                  <a:lnTo>
                    <a:pt x="62269" y="124539"/>
                  </a:lnTo>
                  <a:cubicBezTo>
                    <a:pt x="27879" y="124539"/>
                    <a:pt x="0" y="96660"/>
                    <a:pt x="0" y="62269"/>
                  </a:cubicBezTo>
                  <a:lnTo>
                    <a:pt x="0" y="62269"/>
                  </a:lnTo>
                  <a:cubicBezTo>
                    <a:pt x="0" y="27879"/>
                    <a:pt x="27879" y="0"/>
                    <a:pt x="62269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599159" cy="172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217536" y="9214051"/>
            <a:ext cx="276244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</a:t>
            </a:r>
            <a:r>
              <a:rPr lang="en-US" b="true" sz="2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tRecordsAdmin()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4346382" y="9095417"/>
            <a:ext cx="4748224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Akses aud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 rekam medis pasien tanpa batasan izin.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9193394" y="8213402"/>
            <a:ext cx="2911912" cy="605259"/>
            <a:chOff x="0" y="0"/>
            <a:chExt cx="599159" cy="12453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99159" cy="124539"/>
            </a:xfrm>
            <a:custGeom>
              <a:avLst/>
              <a:gdLst/>
              <a:ahLst/>
              <a:cxnLst/>
              <a:rect r="r" b="b" t="t" l="l"/>
              <a:pathLst>
                <a:path h="124539" w="599159">
                  <a:moveTo>
                    <a:pt x="62269" y="0"/>
                  </a:moveTo>
                  <a:lnTo>
                    <a:pt x="536889" y="0"/>
                  </a:lnTo>
                  <a:cubicBezTo>
                    <a:pt x="571280" y="0"/>
                    <a:pt x="599159" y="27879"/>
                    <a:pt x="599159" y="62269"/>
                  </a:cubicBezTo>
                  <a:lnTo>
                    <a:pt x="599159" y="62269"/>
                  </a:lnTo>
                  <a:cubicBezTo>
                    <a:pt x="599159" y="96660"/>
                    <a:pt x="571280" y="124539"/>
                    <a:pt x="536889" y="124539"/>
                  </a:cubicBezTo>
                  <a:lnTo>
                    <a:pt x="62269" y="124539"/>
                  </a:lnTo>
                  <a:cubicBezTo>
                    <a:pt x="27879" y="124539"/>
                    <a:pt x="0" y="96660"/>
                    <a:pt x="0" y="62269"/>
                  </a:cubicBezTo>
                  <a:lnTo>
                    <a:pt x="0" y="62269"/>
                  </a:lnTo>
                  <a:cubicBezTo>
                    <a:pt x="0" y="27879"/>
                    <a:pt x="27879" y="0"/>
                    <a:pt x="62269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599159" cy="172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80" id="80"/>
          <p:cNvSpPr txBox="true"/>
          <p:nvPr/>
        </p:nvSpPr>
        <p:spPr>
          <a:xfrm rot="0">
            <a:off x="9258083" y="8298861"/>
            <a:ext cx="275807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deactivateU</a:t>
            </a: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ser()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2396972" y="8175302"/>
            <a:ext cx="4748224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emblokiran akses dengan mencabut status registrasi.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9193394" y="9161561"/>
            <a:ext cx="2911912" cy="605259"/>
            <a:chOff x="0" y="0"/>
            <a:chExt cx="599159" cy="124539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99159" cy="124539"/>
            </a:xfrm>
            <a:custGeom>
              <a:avLst/>
              <a:gdLst/>
              <a:ahLst/>
              <a:cxnLst/>
              <a:rect r="r" b="b" t="t" l="l"/>
              <a:pathLst>
                <a:path h="124539" w="599159">
                  <a:moveTo>
                    <a:pt x="62269" y="0"/>
                  </a:moveTo>
                  <a:lnTo>
                    <a:pt x="536889" y="0"/>
                  </a:lnTo>
                  <a:cubicBezTo>
                    <a:pt x="571280" y="0"/>
                    <a:pt x="599159" y="27879"/>
                    <a:pt x="599159" y="62269"/>
                  </a:cubicBezTo>
                  <a:lnTo>
                    <a:pt x="599159" y="62269"/>
                  </a:lnTo>
                  <a:cubicBezTo>
                    <a:pt x="599159" y="96660"/>
                    <a:pt x="571280" y="124539"/>
                    <a:pt x="536889" y="124539"/>
                  </a:cubicBezTo>
                  <a:lnTo>
                    <a:pt x="62269" y="124539"/>
                  </a:lnTo>
                  <a:cubicBezTo>
                    <a:pt x="27879" y="124539"/>
                    <a:pt x="0" y="96660"/>
                    <a:pt x="0" y="62269"/>
                  </a:cubicBezTo>
                  <a:lnTo>
                    <a:pt x="0" y="62269"/>
                  </a:lnTo>
                  <a:cubicBezTo>
                    <a:pt x="0" y="27879"/>
                    <a:pt x="27879" y="0"/>
                    <a:pt x="62269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599159" cy="172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85" id="85"/>
          <p:cNvSpPr txBox="true"/>
          <p:nvPr/>
        </p:nvSpPr>
        <p:spPr>
          <a:xfrm rot="0">
            <a:off x="9268126" y="9235298"/>
            <a:ext cx="276244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</a:t>
            </a: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ctivateUser()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2396972" y="9066311"/>
            <a:ext cx="4748224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emulihan akses bagi pengguna yang dinonaktifkan.</a:t>
            </a:r>
          </a:p>
        </p:txBody>
      </p:sp>
    </p:spTree>
  </p:cSld>
  <p:clrMapOvr>
    <a:masterClrMapping/>
  </p:clrMapOvr>
  <p:transition spd="slow">
    <p:push dir="r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50267" y="294022"/>
            <a:ext cx="1959140" cy="734678"/>
          </a:xfrm>
          <a:custGeom>
            <a:avLst/>
            <a:gdLst/>
            <a:ahLst/>
            <a:cxnLst/>
            <a:rect r="r" b="b" t="t" l="l"/>
            <a:pathLst>
              <a:path h="734678" w="1959140">
                <a:moveTo>
                  <a:pt x="0" y="0"/>
                </a:moveTo>
                <a:lnTo>
                  <a:pt x="1959140" y="0"/>
                </a:lnTo>
                <a:lnTo>
                  <a:pt x="1959140" y="734678"/>
                </a:lnTo>
                <a:lnTo>
                  <a:pt x="0" y="734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099441"/>
            <a:ext cx="2639772" cy="1573928"/>
            <a:chOff x="0" y="0"/>
            <a:chExt cx="543163" cy="3238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3163" cy="323854"/>
            </a:xfrm>
            <a:custGeom>
              <a:avLst/>
              <a:gdLst/>
              <a:ahLst/>
              <a:cxnLst/>
              <a:rect r="r" b="b" t="t" l="l"/>
              <a:pathLst>
                <a:path h="323854" w="543163">
                  <a:moveTo>
                    <a:pt x="114562" y="0"/>
                  </a:moveTo>
                  <a:lnTo>
                    <a:pt x="428601" y="0"/>
                  </a:lnTo>
                  <a:cubicBezTo>
                    <a:pt x="491872" y="0"/>
                    <a:pt x="543163" y="51291"/>
                    <a:pt x="543163" y="114562"/>
                  </a:cubicBezTo>
                  <a:lnTo>
                    <a:pt x="543163" y="209291"/>
                  </a:lnTo>
                  <a:cubicBezTo>
                    <a:pt x="543163" y="239675"/>
                    <a:pt x="531093" y="268814"/>
                    <a:pt x="509608" y="290299"/>
                  </a:cubicBezTo>
                  <a:cubicBezTo>
                    <a:pt x="488124" y="311784"/>
                    <a:pt x="458984" y="323854"/>
                    <a:pt x="428601" y="323854"/>
                  </a:cubicBezTo>
                  <a:lnTo>
                    <a:pt x="114562" y="323854"/>
                  </a:lnTo>
                  <a:cubicBezTo>
                    <a:pt x="51291" y="323854"/>
                    <a:pt x="0" y="272562"/>
                    <a:pt x="0" y="209291"/>
                  </a:cubicBezTo>
                  <a:lnTo>
                    <a:pt x="0" y="114562"/>
                  </a:lnTo>
                  <a:cubicBezTo>
                    <a:pt x="0" y="84179"/>
                    <a:pt x="12070" y="55039"/>
                    <a:pt x="33555" y="33555"/>
                  </a:cubicBezTo>
                  <a:cubicBezTo>
                    <a:pt x="55039" y="12070"/>
                    <a:pt x="84179" y="0"/>
                    <a:pt x="114562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43163" cy="371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342958" y="294022"/>
            <a:ext cx="5181853" cy="9694757"/>
          </a:xfrm>
          <a:custGeom>
            <a:avLst/>
            <a:gdLst/>
            <a:ahLst/>
            <a:cxnLst/>
            <a:rect r="r" b="b" t="t" l="l"/>
            <a:pathLst>
              <a:path h="9694757" w="5181853">
                <a:moveTo>
                  <a:pt x="0" y="0"/>
                </a:moveTo>
                <a:lnTo>
                  <a:pt x="5181852" y="0"/>
                </a:lnTo>
                <a:lnTo>
                  <a:pt x="5181852" y="9694758"/>
                </a:lnTo>
                <a:lnTo>
                  <a:pt x="0" y="9694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391585" y="294022"/>
            <a:ext cx="3126322" cy="9694757"/>
          </a:xfrm>
          <a:custGeom>
            <a:avLst/>
            <a:gdLst/>
            <a:ahLst/>
            <a:cxnLst/>
            <a:rect r="r" b="b" t="t" l="l"/>
            <a:pathLst>
              <a:path h="9694757" w="3126322">
                <a:moveTo>
                  <a:pt x="0" y="0"/>
                </a:moveTo>
                <a:lnTo>
                  <a:pt x="3126323" y="0"/>
                </a:lnTo>
                <a:lnTo>
                  <a:pt x="3126323" y="9694758"/>
                </a:lnTo>
                <a:lnTo>
                  <a:pt x="0" y="96947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952500"/>
            <a:ext cx="890568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DIAGRAM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6448" y="2669235"/>
            <a:ext cx="250427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OTORISASI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619528" y="2099441"/>
            <a:ext cx="2639772" cy="1573928"/>
            <a:chOff x="0" y="0"/>
            <a:chExt cx="543163" cy="3238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3163" cy="323854"/>
            </a:xfrm>
            <a:custGeom>
              <a:avLst/>
              <a:gdLst/>
              <a:ahLst/>
              <a:cxnLst/>
              <a:rect r="r" b="b" t="t" l="l"/>
              <a:pathLst>
                <a:path h="323854" w="543163">
                  <a:moveTo>
                    <a:pt x="114562" y="0"/>
                  </a:moveTo>
                  <a:lnTo>
                    <a:pt x="428601" y="0"/>
                  </a:lnTo>
                  <a:cubicBezTo>
                    <a:pt x="491872" y="0"/>
                    <a:pt x="543163" y="51291"/>
                    <a:pt x="543163" y="114562"/>
                  </a:cubicBezTo>
                  <a:lnTo>
                    <a:pt x="543163" y="209291"/>
                  </a:lnTo>
                  <a:cubicBezTo>
                    <a:pt x="543163" y="239675"/>
                    <a:pt x="531093" y="268814"/>
                    <a:pt x="509608" y="290299"/>
                  </a:cubicBezTo>
                  <a:cubicBezTo>
                    <a:pt x="488124" y="311784"/>
                    <a:pt x="458984" y="323854"/>
                    <a:pt x="428601" y="323854"/>
                  </a:cubicBezTo>
                  <a:lnTo>
                    <a:pt x="114562" y="323854"/>
                  </a:lnTo>
                  <a:cubicBezTo>
                    <a:pt x="51291" y="323854"/>
                    <a:pt x="0" y="272562"/>
                    <a:pt x="0" y="209291"/>
                  </a:cubicBezTo>
                  <a:lnTo>
                    <a:pt x="0" y="114562"/>
                  </a:lnTo>
                  <a:cubicBezTo>
                    <a:pt x="0" y="84179"/>
                    <a:pt x="12070" y="55039"/>
                    <a:pt x="33555" y="33555"/>
                  </a:cubicBezTo>
                  <a:cubicBezTo>
                    <a:pt x="55039" y="12070"/>
                    <a:pt x="84179" y="0"/>
                    <a:pt x="114562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543163" cy="371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4687276" y="2459685"/>
            <a:ext cx="2504276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INPUT RIWAYAT REKAM MEDIS</a:t>
            </a:r>
          </a:p>
        </p:txBody>
      </p:sp>
    </p:spTree>
  </p:cSld>
  <p:clrMapOvr>
    <a:masterClrMapping/>
  </p:clrMapOvr>
  <p:transition spd="slow">
    <p:push dir="r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50267" y="294022"/>
            <a:ext cx="1959140" cy="734678"/>
          </a:xfrm>
          <a:custGeom>
            <a:avLst/>
            <a:gdLst/>
            <a:ahLst/>
            <a:cxnLst/>
            <a:rect r="r" b="b" t="t" l="l"/>
            <a:pathLst>
              <a:path h="734678" w="1959140">
                <a:moveTo>
                  <a:pt x="0" y="0"/>
                </a:moveTo>
                <a:lnTo>
                  <a:pt x="1959140" y="0"/>
                </a:lnTo>
                <a:lnTo>
                  <a:pt x="1959140" y="734678"/>
                </a:lnTo>
                <a:lnTo>
                  <a:pt x="0" y="734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52500"/>
            <a:ext cx="890568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DIAGRAM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470526" y="445440"/>
            <a:ext cx="5254702" cy="9396120"/>
          </a:xfrm>
          <a:custGeom>
            <a:avLst/>
            <a:gdLst/>
            <a:ahLst/>
            <a:cxnLst/>
            <a:rect r="r" b="b" t="t" l="l"/>
            <a:pathLst>
              <a:path h="9396120" w="5254702">
                <a:moveTo>
                  <a:pt x="0" y="0"/>
                </a:moveTo>
                <a:lnTo>
                  <a:pt x="5254703" y="0"/>
                </a:lnTo>
                <a:lnTo>
                  <a:pt x="5254703" y="9396120"/>
                </a:lnTo>
                <a:lnTo>
                  <a:pt x="0" y="93961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619528" y="2178608"/>
            <a:ext cx="2639772" cy="1573928"/>
            <a:chOff x="0" y="0"/>
            <a:chExt cx="543163" cy="3238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3163" cy="323854"/>
            </a:xfrm>
            <a:custGeom>
              <a:avLst/>
              <a:gdLst/>
              <a:ahLst/>
              <a:cxnLst/>
              <a:rect r="r" b="b" t="t" l="l"/>
              <a:pathLst>
                <a:path h="323854" w="543163">
                  <a:moveTo>
                    <a:pt x="114562" y="0"/>
                  </a:moveTo>
                  <a:lnTo>
                    <a:pt x="428601" y="0"/>
                  </a:lnTo>
                  <a:cubicBezTo>
                    <a:pt x="491872" y="0"/>
                    <a:pt x="543163" y="51291"/>
                    <a:pt x="543163" y="114562"/>
                  </a:cubicBezTo>
                  <a:lnTo>
                    <a:pt x="543163" y="209291"/>
                  </a:lnTo>
                  <a:cubicBezTo>
                    <a:pt x="543163" y="239675"/>
                    <a:pt x="531093" y="268814"/>
                    <a:pt x="509608" y="290299"/>
                  </a:cubicBezTo>
                  <a:cubicBezTo>
                    <a:pt x="488124" y="311784"/>
                    <a:pt x="458984" y="323854"/>
                    <a:pt x="428601" y="323854"/>
                  </a:cubicBezTo>
                  <a:lnTo>
                    <a:pt x="114562" y="323854"/>
                  </a:lnTo>
                  <a:cubicBezTo>
                    <a:pt x="51291" y="323854"/>
                    <a:pt x="0" y="272562"/>
                    <a:pt x="0" y="209291"/>
                  </a:cubicBezTo>
                  <a:lnTo>
                    <a:pt x="0" y="114562"/>
                  </a:lnTo>
                  <a:cubicBezTo>
                    <a:pt x="0" y="84179"/>
                    <a:pt x="12070" y="55039"/>
                    <a:pt x="33555" y="33555"/>
                  </a:cubicBezTo>
                  <a:cubicBezTo>
                    <a:pt x="55039" y="12070"/>
                    <a:pt x="84179" y="0"/>
                    <a:pt x="114562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43163" cy="371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2099441"/>
            <a:ext cx="2639772" cy="1573928"/>
            <a:chOff x="0" y="0"/>
            <a:chExt cx="543163" cy="3238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3163" cy="323854"/>
            </a:xfrm>
            <a:custGeom>
              <a:avLst/>
              <a:gdLst/>
              <a:ahLst/>
              <a:cxnLst/>
              <a:rect r="r" b="b" t="t" l="l"/>
              <a:pathLst>
                <a:path h="323854" w="543163">
                  <a:moveTo>
                    <a:pt x="114562" y="0"/>
                  </a:moveTo>
                  <a:lnTo>
                    <a:pt x="428601" y="0"/>
                  </a:lnTo>
                  <a:cubicBezTo>
                    <a:pt x="491872" y="0"/>
                    <a:pt x="543163" y="51291"/>
                    <a:pt x="543163" y="114562"/>
                  </a:cubicBezTo>
                  <a:lnTo>
                    <a:pt x="543163" y="209291"/>
                  </a:lnTo>
                  <a:cubicBezTo>
                    <a:pt x="543163" y="239675"/>
                    <a:pt x="531093" y="268814"/>
                    <a:pt x="509608" y="290299"/>
                  </a:cubicBezTo>
                  <a:cubicBezTo>
                    <a:pt x="488124" y="311784"/>
                    <a:pt x="458984" y="323854"/>
                    <a:pt x="428601" y="323854"/>
                  </a:cubicBezTo>
                  <a:lnTo>
                    <a:pt x="114562" y="323854"/>
                  </a:lnTo>
                  <a:cubicBezTo>
                    <a:pt x="51291" y="323854"/>
                    <a:pt x="0" y="272562"/>
                    <a:pt x="0" y="209291"/>
                  </a:cubicBezTo>
                  <a:lnTo>
                    <a:pt x="0" y="114562"/>
                  </a:lnTo>
                  <a:cubicBezTo>
                    <a:pt x="0" y="84179"/>
                    <a:pt x="12070" y="55039"/>
                    <a:pt x="33555" y="33555"/>
                  </a:cubicBezTo>
                  <a:cubicBezTo>
                    <a:pt x="55039" y="12070"/>
                    <a:pt x="84179" y="0"/>
                    <a:pt x="114562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43163" cy="371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620468" y="294022"/>
            <a:ext cx="3355445" cy="9547538"/>
          </a:xfrm>
          <a:custGeom>
            <a:avLst/>
            <a:gdLst/>
            <a:ahLst/>
            <a:cxnLst/>
            <a:rect r="r" b="b" t="t" l="l"/>
            <a:pathLst>
              <a:path h="9547538" w="3355445">
                <a:moveTo>
                  <a:pt x="0" y="0"/>
                </a:moveTo>
                <a:lnTo>
                  <a:pt x="3355445" y="0"/>
                </a:lnTo>
                <a:lnTo>
                  <a:pt x="3355445" y="9547538"/>
                </a:lnTo>
                <a:lnTo>
                  <a:pt x="0" y="95475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687276" y="2538852"/>
            <a:ext cx="2504276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ALUR BLOCKCHAIN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6448" y="2669235"/>
            <a:ext cx="250427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REGISTRASI</a:t>
            </a:r>
          </a:p>
        </p:txBody>
      </p:sp>
    </p:spTree>
  </p:cSld>
  <p:clrMapOvr>
    <a:masterClrMapping/>
  </p:clrMapOvr>
  <p:transition spd="slow">
    <p:push dir="r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50267" y="294022"/>
            <a:ext cx="1959140" cy="734678"/>
          </a:xfrm>
          <a:custGeom>
            <a:avLst/>
            <a:gdLst/>
            <a:ahLst/>
            <a:cxnLst/>
            <a:rect r="r" b="b" t="t" l="l"/>
            <a:pathLst>
              <a:path h="734678" w="1959140">
                <a:moveTo>
                  <a:pt x="0" y="0"/>
                </a:moveTo>
                <a:lnTo>
                  <a:pt x="1959140" y="0"/>
                </a:lnTo>
                <a:lnTo>
                  <a:pt x="1959140" y="734678"/>
                </a:lnTo>
                <a:lnTo>
                  <a:pt x="0" y="734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099441"/>
            <a:ext cx="5041172" cy="703091"/>
            <a:chOff x="0" y="0"/>
            <a:chExt cx="1037278" cy="1446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278" cy="144669"/>
            </a:xfrm>
            <a:custGeom>
              <a:avLst/>
              <a:gdLst/>
              <a:ahLst/>
              <a:cxnLst/>
              <a:rect r="r" b="b" t="t" l="l"/>
              <a:pathLst>
                <a:path h="144669" w="1037278">
                  <a:moveTo>
                    <a:pt x="59990" y="0"/>
                  </a:moveTo>
                  <a:lnTo>
                    <a:pt x="977289" y="0"/>
                  </a:lnTo>
                  <a:cubicBezTo>
                    <a:pt x="993199" y="0"/>
                    <a:pt x="1008457" y="6320"/>
                    <a:pt x="1019708" y="17571"/>
                  </a:cubicBezTo>
                  <a:cubicBezTo>
                    <a:pt x="1030958" y="28821"/>
                    <a:pt x="1037278" y="44079"/>
                    <a:pt x="1037278" y="59990"/>
                  </a:cubicBezTo>
                  <a:lnTo>
                    <a:pt x="1037278" y="84679"/>
                  </a:lnTo>
                  <a:cubicBezTo>
                    <a:pt x="1037278" y="100589"/>
                    <a:pt x="1030958" y="115848"/>
                    <a:pt x="1019708" y="127098"/>
                  </a:cubicBezTo>
                  <a:cubicBezTo>
                    <a:pt x="1008457" y="138349"/>
                    <a:pt x="993199" y="144669"/>
                    <a:pt x="977289" y="144669"/>
                  </a:cubicBezTo>
                  <a:lnTo>
                    <a:pt x="59990" y="144669"/>
                  </a:lnTo>
                  <a:cubicBezTo>
                    <a:pt x="26858" y="144669"/>
                    <a:pt x="0" y="117811"/>
                    <a:pt x="0" y="84679"/>
                  </a:cubicBezTo>
                  <a:lnTo>
                    <a:pt x="0" y="59990"/>
                  </a:lnTo>
                  <a:cubicBezTo>
                    <a:pt x="0" y="44079"/>
                    <a:pt x="6320" y="28821"/>
                    <a:pt x="17571" y="17571"/>
                  </a:cubicBezTo>
                  <a:cubicBezTo>
                    <a:pt x="28821" y="6320"/>
                    <a:pt x="44079" y="0"/>
                    <a:pt x="59990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037278" cy="19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3151511"/>
            <a:ext cx="9378356" cy="5274200"/>
          </a:xfrm>
          <a:custGeom>
            <a:avLst/>
            <a:gdLst/>
            <a:ahLst/>
            <a:cxnLst/>
            <a:rect r="r" b="b" t="t" l="l"/>
            <a:pathLst>
              <a:path h="5274200" w="9378356">
                <a:moveTo>
                  <a:pt x="0" y="0"/>
                </a:moveTo>
                <a:lnTo>
                  <a:pt x="9378356" y="0"/>
                </a:lnTo>
                <a:lnTo>
                  <a:pt x="9378356" y="5274200"/>
                </a:lnTo>
                <a:lnTo>
                  <a:pt x="0" y="5274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218128" y="1347788"/>
            <a:ext cx="5041172" cy="703091"/>
            <a:chOff x="0" y="0"/>
            <a:chExt cx="1037278" cy="1446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37278" cy="144669"/>
            </a:xfrm>
            <a:custGeom>
              <a:avLst/>
              <a:gdLst/>
              <a:ahLst/>
              <a:cxnLst/>
              <a:rect r="r" b="b" t="t" l="l"/>
              <a:pathLst>
                <a:path h="144669" w="1037278">
                  <a:moveTo>
                    <a:pt x="59990" y="0"/>
                  </a:moveTo>
                  <a:lnTo>
                    <a:pt x="977289" y="0"/>
                  </a:lnTo>
                  <a:cubicBezTo>
                    <a:pt x="993199" y="0"/>
                    <a:pt x="1008457" y="6320"/>
                    <a:pt x="1019708" y="17571"/>
                  </a:cubicBezTo>
                  <a:cubicBezTo>
                    <a:pt x="1030958" y="28821"/>
                    <a:pt x="1037278" y="44079"/>
                    <a:pt x="1037278" y="59990"/>
                  </a:cubicBezTo>
                  <a:lnTo>
                    <a:pt x="1037278" y="84679"/>
                  </a:lnTo>
                  <a:cubicBezTo>
                    <a:pt x="1037278" y="100589"/>
                    <a:pt x="1030958" y="115848"/>
                    <a:pt x="1019708" y="127098"/>
                  </a:cubicBezTo>
                  <a:cubicBezTo>
                    <a:pt x="1008457" y="138349"/>
                    <a:pt x="993199" y="144669"/>
                    <a:pt x="977289" y="144669"/>
                  </a:cubicBezTo>
                  <a:lnTo>
                    <a:pt x="59990" y="144669"/>
                  </a:lnTo>
                  <a:cubicBezTo>
                    <a:pt x="26858" y="144669"/>
                    <a:pt x="0" y="117811"/>
                    <a:pt x="0" y="84679"/>
                  </a:cubicBezTo>
                  <a:lnTo>
                    <a:pt x="0" y="59990"/>
                  </a:lnTo>
                  <a:cubicBezTo>
                    <a:pt x="0" y="44079"/>
                    <a:pt x="6320" y="28821"/>
                    <a:pt x="17571" y="17571"/>
                  </a:cubicBezTo>
                  <a:cubicBezTo>
                    <a:pt x="28821" y="6320"/>
                    <a:pt x="44079" y="0"/>
                    <a:pt x="59990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37278" cy="19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218128" y="5383077"/>
            <a:ext cx="5041172" cy="703091"/>
            <a:chOff x="0" y="0"/>
            <a:chExt cx="1037278" cy="1446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7278" cy="144669"/>
            </a:xfrm>
            <a:custGeom>
              <a:avLst/>
              <a:gdLst/>
              <a:ahLst/>
              <a:cxnLst/>
              <a:rect r="r" b="b" t="t" l="l"/>
              <a:pathLst>
                <a:path h="144669" w="1037278">
                  <a:moveTo>
                    <a:pt x="59990" y="0"/>
                  </a:moveTo>
                  <a:lnTo>
                    <a:pt x="977289" y="0"/>
                  </a:lnTo>
                  <a:cubicBezTo>
                    <a:pt x="993199" y="0"/>
                    <a:pt x="1008457" y="6320"/>
                    <a:pt x="1019708" y="17571"/>
                  </a:cubicBezTo>
                  <a:cubicBezTo>
                    <a:pt x="1030958" y="28821"/>
                    <a:pt x="1037278" y="44079"/>
                    <a:pt x="1037278" y="59990"/>
                  </a:cubicBezTo>
                  <a:lnTo>
                    <a:pt x="1037278" y="84679"/>
                  </a:lnTo>
                  <a:cubicBezTo>
                    <a:pt x="1037278" y="100589"/>
                    <a:pt x="1030958" y="115848"/>
                    <a:pt x="1019708" y="127098"/>
                  </a:cubicBezTo>
                  <a:cubicBezTo>
                    <a:pt x="1008457" y="138349"/>
                    <a:pt x="993199" y="144669"/>
                    <a:pt x="977289" y="144669"/>
                  </a:cubicBezTo>
                  <a:lnTo>
                    <a:pt x="59990" y="144669"/>
                  </a:lnTo>
                  <a:cubicBezTo>
                    <a:pt x="26858" y="144669"/>
                    <a:pt x="0" y="117811"/>
                    <a:pt x="0" y="84679"/>
                  </a:cubicBezTo>
                  <a:lnTo>
                    <a:pt x="0" y="59990"/>
                  </a:lnTo>
                  <a:cubicBezTo>
                    <a:pt x="0" y="44079"/>
                    <a:pt x="6320" y="28821"/>
                    <a:pt x="17571" y="17571"/>
                  </a:cubicBezTo>
                  <a:cubicBezTo>
                    <a:pt x="28821" y="6320"/>
                    <a:pt x="44079" y="0"/>
                    <a:pt x="59990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37278" cy="19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976822" y="2227953"/>
            <a:ext cx="6282478" cy="3009479"/>
          </a:xfrm>
          <a:custGeom>
            <a:avLst/>
            <a:gdLst/>
            <a:ahLst/>
            <a:cxnLst/>
            <a:rect r="r" b="b" t="t" l="l"/>
            <a:pathLst>
              <a:path h="3009479" w="6282478">
                <a:moveTo>
                  <a:pt x="0" y="0"/>
                </a:moveTo>
                <a:lnTo>
                  <a:pt x="6282478" y="0"/>
                </a:lnTo>
                <a:lnTo>
                  <a:pt x="6282478" y="3009479"/>
                </a:lnTo>
                <a:lnTo>
                  <a:pt x="0" y="30094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0901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976822" y="6267143"/>
            <a:ext cx="6282478" cy="2749735"/>
          </a:xfrm>
          <a:custGeom>
            <a:avLst/>
            <a:gdLst/>
            <a:ahLst/>
            <a:cxnLst/>
            <a:rect r="r" b="b" t="t" l="l"/>
            <a:pathLst>
              <a:path h="2749735" w="6282478">
                <a:moveTo>
                  <a:pt x="0" y="0"/>
                </a:moveTo>
                <a:lnTo>
                  <a:pt x="6282478" y="0"/>
                </a:lnTo>
                <a:lnTo>
                  <a:pt x="6282478" y="2749735"/>
                </a:lnTo>
                <a:lnTo>
                  <a:pt x="0" y="27497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952500"/>
            <a:ext cx="890568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USER INTERFACE - MEDICHAIN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8079" y="2233816"/>
            <a:ext cx="4782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HOME - LAUNCH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47506" y="1482163"/>
            <a:ext cx="4782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REGISTER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47506" y="5517453"/>
            <a:ext cx="4782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LOGIN</a:t>
            </a:r>
          </a:p>
        </p:txBody>
      </p:sp>
    </p:spTree>
  </p:cSld>
  <p:clrMapOvr>
    <a:masterClrMapping/>
  </p:clrMapOvr>
  <p:transition spd="slow">
    <p:push dir="r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50267" y="294022"/>
            <a:ext cx="1959140" cy="734678"/>
          </a:xfrm>
          <a:custGeom>
            <a:avLst/>
            <a:gdLst/>
            <a:ahLst/>
            <a:cxnLst/>
            <a:rect r="r" b="b" t="t" l="l"/>
            <a:pathLst>
              <a:path h="734678" w="1959140">
                <a:moveTo>
                  <a:pt x="0" y="0"/>
                </a:moveTo>
                <a:lnTo>
                  <a:pt x="1959140" y="0"/>
                </a:lnTo>
                <a:lnTo>
                  <a:pt x="1959140" y="734678"/>
                </a:lnTo>
                <a:lnTo>
                  <a:pt x="0" y="734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099441"/>
            <a:ext cx="5041172" cy="703091"/>
            <a:chOff x="0" y="0"/>
            <a:chExt cx="1037278" cy="1446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278" cy="144669"/>
            </a:xfrm>
            <a:custGeom>
              <a:avLst/>
              <a:gdLst/>
              <a:ahLst/>
              <a:cxnLst/>
              <a:rect r="r" b="b" t="t" l="l"/>
              <a:pathLst>
                <a:path h="144669" w="1037278">
                  <a:moveTo>
                    <a:pt x="59990" y="0"/>
                  </a:moveTo>
                  <a:lnTo>
                    <a:pt x="977289" y="0"/>
                  </a:lnTo>
                  <a:cubicBezTo>
                    <a:pt x="993199" y="0"/>
                    <a:pt x="1008457" y="6320"/>
                    <a:pt x="1019708" y="17571"/>
                  </a:cubicBezTo>
                  <a:cubicBezTo>
                    <a:pt x="1030958" y="28821"/>
                    <a:pt x="1037278" y="44079"/>
                    <a:pt x="1037278" y="59990"/>
                  </a:cubicBezTo>
                  <a:lnTo>
                    <a:pt x="1037278" y="84679"/>
                  </a:lnTo>
                  <a:cubicBezTo>
                    <a:pt x="1037278" y="100589"/>
                    <a:pt x="1030958" y="115848"/>
                    <a:pt x="1019708" y="127098"/>
                  </a:cubicBezTo>
                  <a:cubicBezTo>
                    <a:pt x="1008457" y="138349"/>
                    <a:pt x="993199" y="144669"/>
                    <a:pt x="977289" y="144669"/>
                  </a:cubicBezTo>
                  <a:lnTo>
                    <a:pt x="59990" y="144669"/>
                  </a:lnTo>
                  <a:cubicBezTo>
                    <a:pt x="26858" y="144669"/>
                    <a:pt x="0" y="117811"/>
                    <a:pt x="0" y="84679"/>
                  </a:cubicBezTo>
                  <a:lnTo>
                    <a:pt x="0" y="59990"/>
                  </a:lnTo>
                  <a:cubicBezTo>
                    <a:pt x="0" y="44079"/>
                    <a:pt x="6320" y="28821"/>
                    <a:pt x="17571" y="17571"/>
                  </a:cubicBezTo>
                  <a:cubicBezTo>
                    <a:pt x="28821" y="6320"/>
                    <a:pt x="44079" y="0"/>
                    <a:pt x="59990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037278" cy="19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3574167"/>
            <a:ext cx="7276185" cy="4104515"/>
          </a:xfrm>
          <a:custGeom>
            <a:avLst/>
            <a:gdLst/>
            <a:ahLst/>
            <a:cxnLst/>
            <a:rect r="r" b="b" t="t" l="l"/>
            <a:pathLst>
              <a:path h="4104515" w="7276185">
                <a:moveTo>
                  <a:pt x="0" y="0"/>
                </a:moveTo>
                <a:lnTo>
                  <a:pt x="7276185" y="0"/>
                </a:lnTo>
                <a:lnTo>
                  <a:pt x="7276185" y="4104515"/>
                </a:lnTo>
                <a:lnTo>
                  <a:pt x="0" y="41045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709874" y="3574167"/>
            <a:ext cx="8549426" cy="4104515"/>
          </a:xfrm>
          <a:custGeom>
            <a:avLst/>
            <a:gdLst/>
            <a:ahLst/>
            <a:cxnLst/>
            <a:rect r="r" b="b" t="t" l="l"/>
            <a:pathLst>
              <a:path h="4104515" w="8549426">
                <a:moveTo>
                  <a:pt x="0" y="0"/>
                </a:moveTo>
                <a:lnTo>
                  <a:pt x="8549426" y="0"/>
                </a:lnTo>
                <a:lnTo>
                  <a:pt x="8549426" y="4104515"/>
                </a:lnTo>
                <a:lnTo>
                  <a:pt x="0" y="4104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0655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952500"/>
            <a:ext cx="890568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USER INTERFACE - MEDICHAIN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8079" y="2233816"/>
            <a:ext cx="4782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FITUR - DOKTER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154956"/>
            <a:ext cx="563475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GET AKSES DATA RIWAYAT PASIEN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09874" y="3154956"/>
            <a:ext cx="4782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LIHAT RIWAYAT MEDIS PASIEN</a:t>
            </a:r>
          </a:p>
        </p:txBody>
      </p:sp>
    </p:spTree>
  </p:cSld>
  <p:clrMapOvr>
    <a:masterClrMapping/>
  </p:clrMapOvr>
  <p:transition spd="slow">
    <p:push dir="r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50267" y="294022"/>
            <a:ext cx="1959140" cy="734678"/>
          </a:xfrm>
          <a:custGeom>
            <a:avLst/>
            <a:gdLst/>
            <a:ahLst/>
            <a:cxnLst/>
            <a:rect r="r" b="b" t="t" l="l"/>
            <a:pathLst>
              <a:path h="734678" w="1959140">
                <a:moveTo>
                  <a:pt x="0" y="0"/>
                </a:moveTo>
                <a:lnTo>
                  <a:pt x="1959140" y="0"/>
                </a:lnTo>
                <a:lnTo>
                  <a:pt x="1959140" y="734678"/>
                </a:lnTo>
                <a:lnTo>
                  <a:pt x="0" y="734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099441"/>
            <a:ext cx="5041172" cy="703091"/>
            <a:chOff x="0" y="0"/>
            <a:chExt cx="1037278" cy="1446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278" cy="144669"/>
            </a:xfrm>
            <a:custGeom>
              <a:avLst/>
              <a:gdLst/>
              <a:ahLst/>
              <a:cxnLst/>
              <a:rect r="r" b="b" t="t" l="l"/>
              <a:pathLst>
                <a:path h="144669" w="1037278">
                  <a:moveTo>
                    <a:pt x="59990" y="0"/>
                  </a:moveTo>
                  <a:lnTo>
                    <a:pt x="977289" y="0"/>
                  </a:lnTo>
                  <a:cubicBezTo>
                    <a:pt x="993199" y="0"/>
                    <a:pt x="1008457" y="6320"/>
                    <a:pt x="1019708" y="17571"/>
                  </a:cubicBezTo>
                  <a:cubicBezTo>
                    <a:pt x="1030958" y="28821"/>
                    <a:pt x="1037278" y="44079"/>
                    <a:pt x="1037278" y="59990"/>
                  </a:cubicBezTo>
                  <a:lnTo>
                    <a:pt x="1037278" y="84679"/>
                  </a:lnTo>
                  <a:cubicBezTo>
                    <a:pt x="1037278" y="100589"/>
                    <a:pt x="1030958" y="115848"/>
                    <a:pt x="1019708" y="127098"/>
                  </a:cubicBezTo>
                  <a:cubicBezTo>
                    <a:pt x="1008457" y="138349"/>
                    <a:pt x="993199" y="144669"/>
                    <a:pt x="977289" y="144669"/>
                  </a:cubicBezTo>
                  <a:lnTo>
                    <a:pt x="59990" y="144669"/>
                  </a:lnTo>
                  <a:cubicBezTo>
                    <a:pt x="26858" y="144669"/>
                    <a:pt x="0" y="117811"/>
                    <a:pt x="0" y="84679"/>
                  </a:cubicBezTo>
                  <a:lnTo>
                    <a:pt x="0" y="59990"/>
                  </a:lnTo>
                  <a:cubicBezTo>
                    <a:pt x="0" y="44079"/>
                    <a:pt x="6320" y="28821"/>
                    <a:pt x="17571" y="17571"/>
                  </a:cubicBezTo>
                  <a:cubicBezTo>
                    <a:pt x="28821" y="6320"/>
                    <a:pt x="44079" y="0"/>
                    <a:pt x="59990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037278" cy="19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3797915"/>
            <a:ext cx="8115300" cy="3887369"/>
          </a:xfrm>
          <a:custGeom>
            <a:avLst/>
            <a:gdLst/>
            <a:ahLst/>
            <a:cxnLst/>
            <a:rect r="r" b="b" t="t" l="l"/>
            <a:pathLst>
              <a:path h="3887369" w="8115300">
                <a:moveTo>
                  <a:pt x="0" y="0"/>
                </a:moveTo>
                <a:lnTo>
                  <a:pt x="8115300" y="0"/>
                </a:lnTo>
                <a:lnTo>
                  <a:pt x="8115300" y="3887370"/>
                </a:lnTo>
                <a:lnTo>
                  <a:pt x="0" y="38873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904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934385" y="2099441"/>
            <a:ext cx="7324915" cy="3496895"/>
          </a:xfrm>
          <a:custGeom>
            <a:avLst/>
            <a:gdLst/>
            <a:ahLst/>
            <a:cxnLst/>
            <a:rect r="r" b="b" t="t" l="l"/>
            <a:pathLst>
              <a:path h="3496895" w="7324915">
                <a:moveTo>
                  <a:pt x="0" y="0"/>
                </a:moveTo>
                <a:lnTo>
                  <a:pt x="7324915" y="0"/>
                </a:lnTo>
                <a:lnTo>
                  <a:pt x="7324915" y="3496895"/>
                </a:lnTo>
                <a:lnTo>
                  <a:pt x="0" y="34968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28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934385" y="6263628"/>
            <a:ext cx="7324915" cy="3520268"/>
          </a:xfrm>
          <a:custGeom>
            <a:avLst/>
            <a:gdLst/>
            <a:ahLst/>
            <a:cxnLst/>
            <a:rect r="r" b="b" t="t" l="l"/>
            <a:pathLst>
              <a:path h="3520268" w="7324915">
                <a:moveTo>
                  <a:pt x="0" y="0"/>
                </a:moveTo>
                <a:lnTo>
                  <a:pt x="7324915" y="0"/>
                </a:lnTo>
                <a:lnTo>
                  <a:pt x="7324915" y="3520267"/>
                </a:lnTo>
                <a:lnTo>
                  <a:pt x="0" y="3520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541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952500"/>
            <a:ext cx="890568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USER INTERFACE - MEDICHAIN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58079" y="2233816"/>
            <a:ext cx="4782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FITUR - DOKTER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383556"/>
            <a:ext cx="4782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INPUT RIWAYAT MEDIS BARU</a:t>
            </a:r>
          </a:p>
        </p:txBody>
      </p:sp>
    </p:spTree>
  </p:cSld>
  <p:clrMapOvr>
    <a:masterClrMapping/>
  </p:clrMapOvr>
  <p:transition spd="slow">
    <p:push dir="r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50267" y="294022"/>
            <a:ext cx="1959140" cy="734678"/>
          </a:xfrm>
          <a:custGeom>
            <a:avLst/>
            <a:gdLst/>
            <a:ahLst/>
            <a:cxnLst/>
            <a:rect r="r" b="b" t="t" l="l"/>
            <a:pathLst>
              <a:path h="734678" w="1959140">
                <a:moveTo>
                  <a:pt x="0" y="0"/>
                </a:moveTo>
                <a:lnTo>
                  <a:pt x="1959140" y="0"/>
                </a:lnTo>
                <a:lnTo>
                  <a:pt x="1959140" y="734678"/>
                </a:lnTo>
                <a:lnTo>
                  <a:pt x="0" y="734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099441"/>
            <a:ext cx="5041172" cy="703091"/>
            <a:chOff x="0" y="0"/>
            <a:chExt cx="1037278" cy="1446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278" cy="144669"/>
            </a:xfrm>
            <a:custGeom>
              <a:avLst/>
              <a:gdLst/>
              <a:ahLst/>
              <a:cxnLst/>
              <a:rect r="r" b="b" t="t" l="l"/>
              <a:pathLst>
                <a:path h="144669" w="1037278">
                  <a:moveTo>
                    <a:pt x="59990" y="0"/>
                  </a:moveTo>
                  <a:lnTo>
                    <a:pt x="977289" y="0"/>
                  </a:lnTo>
                  <a:cubicBezTo>
                    <a:pt x="993199" y="0"/>
                    <a:pt x="1008457" y="6320"/>
                    <a:pt x="1019708" y="17571"/>
                  </a:cubicBezTo>
                  <a:cubicBezTo>
                    <a:pt x="1030958" y="28821"/>
                    <a:pt x="1037278" y="44079"/>
                    <a:pt x="1037278" y="59990"/>
                  </a:cubicBezTo>
                  <a:lnTo>
                    <a:pt x="1037278" y="84679"/>
                  </a:lnTo>
                  <a:cubicBezTo>
                    <a:pt x="1037278" y="100589"/>
                    <a:pt x="1030958" y="115848"/>
                    <a:pt x="1019708" y="127098"/>
                  </a:cubicBezTo>
                  <a:cubicBezTo>
                    <a:pt x="1008457" y="138349"/>
                    <a:pt x="993199" y="144669"/>
                    <a:pt x="977289" y="144669"/>
                  </a:cubicBezTo>
                  <a:lnTo>
                    <a:pt x="59990" y="144669"/>
                  </a:lnTo>
                  <a:cubicBezTo>
                    <a:pt x="26858" y="144669"/>
                    <a:pt x="0" y="117811"/>
                    <a:pt x="0" y="84679"/>
                  </a:cubicBezTo>
                  <a:lnTo>
                    <a:pt x="0" y="59990"/>
                  </a:lnTo>
                  <a:cubicBezTo>
                    <a:pt x="0" y="44079"/>
                    <a:pt x="6320" y="28821"/>
                    <a:pt x="17571" y="17571"/>
                  </a:cubicBezTo>
                  <a:cubicBezTo>
                    <a:pt x="28821" y="6320"/>
                    <a:pt x="44079" y="0"/>
                    <a:pt x="59990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037278" cy="19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934385" y="2099441"/>
            <a:ext cx="7324915" cy="3490969"/>
          </a:xfrm>
          <a:custGeom>
            <a:avLst/>
            <a:gdLst/>
            <a:ahLst/>
            <a:cxnLst/>
            <a:rect r="r" b="b" t="t" l="l"/>
            <a:pathLst>
              <a:path h="3490969" w="7324915">
                <a:moveTo>
                  <a:pt x="0" y="0"/>
                </a:moveTo>
                <a:lnTo>
                  <a:pt x="7324915" y="0"/>
                </a:lnTo>
                <a:lnTo>
                  <a:pt x="7324915" y="3490969"/>
                </a:lnTo>
                <a:lnTo>
                  <a:pt x="0" y="3490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469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3570246"/>
            <a:ext cx="8115300" cy="4572580"/>
          </a:xfrm>
          <a:custGeom>
            <a:avLst/>
            <a:gdLst/>
            <a:ahLst/>
            <a:cxnLst/>
            <a:rect r="r" b="b" t="t" l="l"/>
            <a:pathLst>
              <a:path h="4572580" w="8115300">
                <a:moveTo>
                  <a:pt x="0" y="0"/>
                </a:moveTo>
                <a:lnTo>
                  <a:pt x="8115300" y="0"/>
                </a:lnTo>
                <a:lnTo>
                  <a:pt x="8115300" y="4572581"/>
                </a:lnTo>
                <a:lnTo>
                  <a:pt x="0" y="45725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952500"/>
            <a:ext cx="890568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USER INTERFACE - MEDICHAIN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8079" y="2233816"/>
            <a:ext cx="4782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FITUR - PASIEN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934385" y="6210667"/>
            <a:ext cx="7324915" cy="3485915"/>
          </a:xfrm>
          <a:custGeom>
            <a:avLst/>
            <a:gdLst/>
            <a:ahLst/>
            <a:cxnLst/>
            <a:rect r="r" b="b" t="t" l="l"/>
            <a:pathLst>
              <a:path h="3485915" w="7324915">
                <a:moveTo>
                  <a:pt x="0" y="0"/>
                </a:moveTo>
                <a:lnTo>
                  <a:pt x="7324915" y="0"/>
                </a:lnTo>
                <a:lnTo>
                  <a:pt x="7324915" y="3485915"/>
                </a:lnTo>
                <a:lnTo>
                  <a:pt x="0" y="34859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163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3154956"/>
            <a:ext cx="4782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DASHBOARD PASIEN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43910" y="1685925"/>
            <a:ext cx="4782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LIHAT RIWAYAT MEDIS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62960" y="5795421"/>
            <a:ext cx="598730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BERI DAN CABUT IZIN AKSES DOKTER</a:t>
            </a:r>
          </a:p>
        </p:txBody>
      </p:sp>
    </p:spTree>
  </p:cSld>
  <p:clrMapOvr>
    <a:masterClrMapping/>
  </p:clrMapOvr>
  <p:transition spd="slow">
    <p:push dir="r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50267" y="294022"/>
            <a:ext cx="1959140" cy="734678"/>
          </a:xfrm>
          <a:custGeom>
            <a:avLst/>
            <a:gdLst/>
            <a:ahLst/>
            <a:cxnLst/>
            <a:rect r="r" b="b" t="t" l="l"/>
            <a:pathLst>
              <a:path h="734678" w="1959140">
                <a:moveTo>
                  <a:pt x="0" y="0"/>
                </a:moveTo>
                <a:lnTo>
                  <a:pt x="1959140" y="0"/>
                </a:lnTo>
                <a:lnTo>
                  <a:pt x="1959140" y="734678"/>
                </a:lnTo>
                <a:lnTo>
                  <a:pt x="0" y="734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099441"/>
            <a:ext cx="5041172" cy="703091"/>
            <a:chOff x="0" y="0"/>
            <a:chExt cx="1037278" cy="1446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278" cy="144669"/>
            </a:xfrm>
            <a:custGeom>
              <a:avLst/>
              <a:gdLst/>
              <a:ahLst/>
              <a:cxnLst/>
              <a:rect r="r" b="b" t="t" l="l"/>
              <a:pathLst>
                <a:path h="144669" w="1037278">
                  <a:moveTo>
                    <a:pt x="59990" y="0"/>
                  </a:moveTo>
                  <a:lnTo>
                    <a:pt x="977289" y="0"/>
                  </a:lnTo>
                  <a:cubicBezTo>
                    <a:pt x="993199" y="0"/>
                    <a:pt x="1008457" y="6320"/>
                    <a:pt x="1019708" y="17571"/>
                  </a:cubicBezTo>
                  <a:cubicBezTo>
                    <a:pt x="1030958" y="28821"/>
                    <a:pt x="1037278" y="44079"/>
                    <a:pt x="1037278" y="59990"/>
                  </a:cubicBezTo>
                  <a:lnTo>
                    <a:pt x="1037278" y="84679"/>
                  </a:lnTo>
                  <a:cubicBezTo>
                    <a:pt x="1037278" y="100589"/>
                    <a:pt x="1030958" y="115848"/>
                    <a:pt x="1019708" y="127098"/>
                  </a:cubicBezTo>
                  <a:cubicBezTo>
                    <a:pt x="1008457" y="138349"/>
                    <a:pt x="993199" y="144669"/>
                    <a:pt x="977289" y="144669"/>
                  </a:cubicBezTo>
                  <a:lnTo>
                    <a:pt x="59990" y="144669"/>
                  </a:lnTo>
                  <a:cubicBezTo>
                    <a:pt x="26858" y="144669"/>
                    <a:pt x="0" y="117811"/>
                    <a:pt x="0" y="84679"/>
                  </a:cubicBezTo>
                  <a:lnTo>
                    <a:pt x="0" y="59990"/>
                  </a:lnTo>
                  <a:cubicBezTo>
                    <a:pt x="0" y="44079"/>
                    <a:pt x="6320" y="28821"/>
                    <a:pt x="17571" y="17571"/>
                  </a:cubicBezTo>
                  <a:cubicBezTo>
                    <a:pt x="28821" y="6320"/>
                    <a:pt x="44079" y="0"/>
                    <a:pt x="59990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037278" cy="19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3560721"/>
            <a:ext cx="8115300" cy="4564856"/>
          </a:xfrm>
          <a:custGeom>
            <a:avLst/>
            <a:gdLst/>
            <a:ahLst/>
            <a:cxnLst/>
            <a:rect r="r" b="b" t="t" l="l"/>
            <a:pathLst>
              <a:path h="4564856" w="8115300">
                <a:moveTo>
                  <a:pt x="0" y="0"/>
                </a:moveTo>
                <a:lnTo>
                  <a:pt x="8115300" y="0"/>
                </a:lnTo>
                <a:lnTo>
                  <a:pt x="8115300" y="4564857"/>
                </a:lnTo>
                <a:lnTo>
                  <a:pt x="0" y="45648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943910" y="2091690"/>
            <a:ext cx="6420835" cy="3611720"/>
          </a:xfrm>
          <a:custGeom>
            <a:avLst/>
            <a:gdLst/>
            <a:ahLst/>
            <a:cxnLst/>
            <a:rect r="r" b="b" t="t" l="l"/>
            <a:pathLst>
              <a:path h="3611720" w="6420835">
                <a:moveTo>
                  <a:pt x="0" y="0"/>
                </a:moveTo>
                <a:lnTo>
                  <a:pt x="6420835" y="0"/>
                </a:lnTo>
                <a:lnTo>
                  <a:pt x="6420835" y="3611720"/>
                </a:lnTo>
                <a:lnTo>
                  <a:pt x="0" y="36117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943910" y="6220236"/>
            <a:ext cx="6420835" cy="3611720"/>
          </a:xfrm>
          <a:custGeom>
            <a:avLst/>
            <a:gdLst/>
            <a:ahLst/>
            <a:cxnLst/>
            <a:rect r="r" b="b" t="t" l="l"/>
            <a:pathLst>
              <a:path h="3611720" w="6420835">
                <a:moveTo>
                  <a:pt x="0" y="0"/>
                </a:moveTo>
                <a:lnTo>
                  <a:pt x="6420835" y="0"/>
                </a:lnTo>
                <a:lnTo>
                  <a:pt x="6420835" y="3611720"/>
                </a:lnTo>
                <a:lnTo>
                  <a:pt x="0" y="36117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952500"/>
            <a:ext cx="890568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USER INTERFACE - MEDICHAIN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58079" y="2233816"/>
            <a:ext cx="4782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FITUR - ADMIN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154956"/>
            <a:ext cx="4782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DASHBOARD ADMIN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43910" y="1685925"/>
            <a:ext cx="4782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LIHAT RIWAYAT MEDIS PASIEN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62960" y="5795421"/>
            <a:ext cx="598730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BERI DAN CABUT IZIN AKSES DOKTER</a:t>
            </a:r>
          </a:p>
        </p:txBody>
      </p:sp>
    </p:spTree>
  </p:cSld>
  <p:clrMapOvr>
    <a:masterClrMapping/>
  </p:clrMapOvr>
  <p:transition spd="slow">
    <p:push dir="r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50267" y="294022"/>
            <a:ext cx="1959140" cy="734678"/>
          </a:xfrm>
          <a:custGeom>
            <a:avLst/>
            <a:gdLst/>
            <a:ahLst/>
            <a:cxnLst/>
            <a:rect r="r" b="b" t="t" l="l"/>
            <a:pathLst>
              <a:path h="734678" w="1959140">
                <a:moveTo>
                  <a:pt x="0" y="0"/>
                </a:moveTo>
                <a:lnTo>
                  <a:pt x="1959140" y="0"/>
                </a:lnTo>
                <a:lnTo>
                  <a:pt x="1959140" y="734678"/>
                </a:lnTo>
                <a:lnTo>
                  <a:pt x="0" y="734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099441"/>
            <a:ext cx="5041172" cy="703091"/>
            <a:chOff x="0" y="0"/>
            <a:chExt cx="1037278" cy="1446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278" cy="144669"/>
            </a:xfrm>
            <a:custGeom>
              <a:avLst/>
              <a:gdLst/>
              <a:ahLst/>
              <a:cxnLst/>
              <a:rect r="r" b="b" t="t" l="l"/>
              <a:pathLst>
                <a:path h="144669" w="1037278">
                  <a:moveTo>
                    <a:pt x="59990" y="0"/>
                  </a:moveTo>
                  <a:lnTo>
                    <a:pt x="977289" y="0"/>
                  </a:lnTo>
                  <a:cubicBezTo>
                    <a:pt x="993199" y="0"/>
                    <a:pt x="1008457" y="6320"/>
                    <a:pt x="1019708" y="17571"/>
                  </a:cubicBezTo>
                  <a:cubicBezTo>
                    <a:pt x="1030958" y="28821"/>
                    <a:pt x="1037278" y="44079"/>
                    <a:pt x="1037278" y="59990"/>
                  </a:cubicBezTo>
                  <a:lnTo>
                    <a:pt x="1037278" y="84679"/>
                  </a:lnTo>
                  <a:cubicBezTo>
                    <a:pt x="1037278" y="100589"/>
                    <a:pt x="1030958" y="115848"/>
                    <a:pt x="1019708" y="127098"/>
                  </a:cubicBezTo>
                  <a:cubicBezTo>
                    <a:pt x="1008457" y="138349"/>
                    <a:pt x="993199" y="144669"/>
                    <a:pt x="977289" y="144669"/>
                  </a:cubicBezTo>
                  <a:lnTo>
                    <a:pt x="59990" y="144669"/>
                  </a:lnTo>
                  <a:cubicBezTo>
                    <a:pt x="26858" y="144669"/>
                    <a:pt x="0" y="117811"/>
                    <a:pt x="0" y="84679"/>
                  </a:cubicBezTo>
                  <a:lnTo>
                    <a:pt x="0" y="59990"/>
                  </a:lnTo>
                  <a:cubicBezTo>
                    <a:pt x="0" y="44079"/>
                    <a:pt x="6320" y="28821"/>
                    <a:pt x="17571" y="17571"/>
                  </a:cubicBezTo>
                  <a:cubicBezTo>
                    <a:pt x="28821" y="6320"/>
                    <a:pt x="44079" y="0"/>
                    <a:pt x="59990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037278" cy="19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3024490"/>
            <a:ext cx="6431569" cy="800909"/>
            <a:chOff x="0" y="0"/>
            <a:chExt cx="1323368" cy="1647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23368" cy="164796"/>
            </a:xfrm>
            <a:custGeom>
              <a:avLst/>
              <a:gdLst/>
              <a:ahLst/>
              <a:cxnLst/>
              <a:rect r="r" b="b" t="t" l="l"/>
              <a:pathLst>
                <a:path h="164796" w="1323368">
                  <a:moveTo>
                    <a:pt x="47021" y="0"/>
                  </a:moveTo>
                  <a:lnTo>
                    <a:pt x="1276347" y="0"/>
                  </a:lnTo>
                  <a:cubicBezTo>
                    <a:pt x="1302316" y="0"/>
                    <a:pt x="1323368" y="21052"/>
                    <a:pt x="1323368" y="47021"/>
                  </a:cubicBezTo>
                  <a:lnTo>
                    <a:pt x="1323368" y="117775"/>
                  </a:lnTo>
                  <a:cubicBezTo>
                    <a:pt x="1323368" y="143744"/>
                    <a:pt x="1302316" y="164796"/>
                    <a:pt x="1276347" y="164796"/>
                  </a:cubicBezTo>
                  <a:lnTo>
                    <a:pt x="47021" y="164796"/>
                  </a:lnTo>
                  <a:cubicBezTo>
                    <a:pt x="21052" y="164796"/>
                    <a:pt x="0" y="143744"/>
                    <a:pt x="0" y="117775"/>
                  </a:cubicBezTo>
                  <a:lnTo>
                    <a:pt x="0" y="47021"/>
                  </a:lnTo>
                  <a:cubicBezTo>
                    <a:pt x="0" y="21052"/>
                    <a:pt x="21052" y="0"/>
                    <a:pt x="47021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323368" cy="212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827731" y="3024014"/>
            <a:ext cx="6431569" cy="800909"/>
            <a:chOff x="0" y="0"/>
            <a:chExt cx="1323368" cy="1647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23368" cy="164796"/>
            </a:xfrm>
            <a:custGeom>
              <a:avLst/>
              <a:gdLst/>
              <a:ahLst/>
              <a:cxnLst/>
              <a:rect r="r" b="b" t="t" l="l"/>
              <a:pathLst>
                <a:path h="164796" w="1323368">
                  <a:moveTo>
                    <a:pt x="47021" y="0"/>
                  </a:moveTo>
                  <a:lnTo>
                    <a:pt x="1276347" y="0"/>
                  </a:lnTo>
                  <a:cubicBezTo>
                    <a:pt x="1302316" y="0"/>
                    <a:pt x="1323368" y="21052"/>
                    <a:pt x="1323368" y="47021"/>
                  </a:cubicBezTo>
                  <a:lnTo>
                    <a:pt x="1323368" y="117775"/>
                  </a:lnTo>
                  <a:cubicBezTo>
                    <a:pt x="1323368" y="143744"/>
                    <a:pt x="1302316" y="164796"/>
                    <a:pt x="1276347" y="164796"/>
                  </a:cubicBezTo>
                  <a:lnTo>
                    <a:pt x="47021" y="164796"/>
                  </a:lnTo>
                  <a:cubicBezTo>
                    <a:pt x="21052" y="164796"/>
                    <a:pt x="0" y="143744"/>
                    <a:pt x="0" y="117775"/>
                  </a:cubicBezTo>
                  <a:lnTo>
                    <a:pt x="0" y="47021"/>
                  </a:lnTo>
                  <a:cubicBezTo>
                    <a:pt x="0" y="21052"/>
                    <a:pt x="21052" y="0"/>
                    <a:pt x="47021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323368" cy="212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433805" y="4044474"/>
            <a:ext cx="5621358" cy="2671287"/>
          </a:xfrm>
          <a:custGeom>
            <a:avLst/>
            <a:gdLst/>
            <a:ahLst/>
            <a:cxnLst/>
            <a:rect r="r" b="b" t="t" l="l"/>
            <a:pathLst>
              <a:path h="2671287" w="5621358">
                <a:moveTo>
                  <a:pt x="0" y="0"/>
                </a:moveTo>
                <a:lnTo>
                  <a:pt x="5621358" y="0"/>
                </a:lnTo>
                <a:lnTo>
                  <a:pt x="5621358" y="2671287"/>
                </a:lnTo>
                <a:lnTo>
                  <a:pt x="0" y="2671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99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33805" y="6934836"/>
            <a:ext cx="5614288" cy="2654032"/>
          </a:xfrm>
          <a:custGeom>
            <a:avLst/>
            <a:gdLst/>
            <a:ahLst/>
            <a:cxnLst/>
            <a:rect r="r" b="b" t="t" l="l"/>
            <a:pathLst>
              <a:path h="2654032" w="5614288">
                <a:moveTo>
                  <a:pt x="0" y="0"/>
                </a:moveTo>
                <a:lnTo>
                  <a:pt x="5614288" y="0"/>
                </a:lnTo>
                <a:lnTo>
                  <a:pt x="5614288" y="2654032"/>
                </a:lnTo>
                <a:lnTo>
                  <a:pt x="0" y="26540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854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216515" y="4044474"/>
            <a:ext cx="5654001" cy="2687590"/>
          </a:xfrm>
          <a:custGeom>
            <a:avLst/>
            <a:gdLst/>
            <a:ahLst/>
            <a:cxnLst/>
            <a:rect r="r" b="b" t="t" l="l"/>
            <a:pathLst>
              <a:path h="2687590" w="5654001">
                <a:moveTo>
                  <a:pt x="0" y="0"/>
                </a:moveTo>
                <a:lnTo>
                  <a:pt x="5654001" y="0"/>
                </a:lnTo>
                <a:lnTo>
                  <a:pt x="5654001" y="2687590"/>
                </a:lnTo>
                <a:lnTo>
                  <a:pt x="0" y="26875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1235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216515" y="6931665"/>
            <a:ext cx="5622912" cy="2657203"/>
          </a:xfrm>
          <a:custGeom>
            <a:avLst/>
            <a:gdLst/>
            <a:ahLst/>
            <a:cxnLst/>
            <a:rect r="r" b="b" t="t" l="l"/>
            <a:pathLst>
              <a:path h="2657203" w="5622912">
                <a:moveTo>
                  <a:pt x="0" y="0"/>
                </a:moveTo>
                <a:lnTo>
                  <a:pt x="5622912" y="0"/>
                </a:lnTo>
                <a:lnTo>
                  <a:pt x="5622912" y="2657203"/>
                </a:lnTo>
                <a:lnTo>
                  <a:pt x="0" y="26572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1854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952500"/>
            <a:ext cx="890568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TESTING FUNGSIONAL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8079" y="2233816"/>
            <a:ext cx="4782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MANAJEMEN AKSES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9703" y="3207299"/>
            <a:ext cx="596956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TC01 - </a:t>
            </a:r>
            <a:r>
              <a:rPr lang="en-US" b="true" sz="2400" i="true">
                <a:solidFill>
                  <a:srgbClr val="2081A5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grantAccess() </a:t>
            </a: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Pasien : - 0.0007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58735" y="3206824"/>
            <a:ext cx="596956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TC02 - </a:t>
            </a:r>
            <a:r>
              <a:rPr lang="en-US" b="true" sz="2400" i="true">
                <a:solidFill>
                  <a:srgbClr val="2081A5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revokeAccess() </a:t>
            </a: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Pasien : - 0.0003</a:t>
            </a:r>
          </a:p>
        </p:txBody>
      </p:sp>
    </p:spTree>
  </p:cSld>
  <p:clrMapOvr>
    <a:masterClrMapping/>
  </p:clrMapOvr>
  <p:transition spd="slow">
    <p:push dir="r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50267" y="294022"/>
            <a:ext cx="1959140" cy="734678"/>
          </a:xfrm>
          <a:custGeom>
            <a:avLst/>
            <a:gdLst/>
            <a:ahLst/>
            <a:cxnLst/>
            <a:rect r="r" b="b" t="t" l="l"/>
            <a:pathLst>
              <a:path h="734678" w="1959140">
                <a:moveTo>
                  <a:pt x="0" y="0"/>
                </a:moveTo>
                <a:lnTo>
                  <a:pt x="1959140" y="0"/>
                </a:lnTo>
                <a:lnTo>
                  <a:pt x="1959140" y="734678"/>
                </a:lnTo>
                <a:lnTo>
                  <a:pt x="0" y="734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099441"/>
            <a:ext cx="5041172" cy="703091"/>
            <a:chOff x="0" y="0"/>
            <a:chExt cx="1037278" cy="1446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278" cy="144669"/>
            </a:xfrm>
            <a:custGeom>
              <a:avLst/>
              <a:gdLst/>
              <a:ahLst/>
              <a:cxnLst/>
              <a:rect r="r" b="b" t="t" l="l"/>
              <a:pathLst>
                <a:path h="144669" w="1037278">
                  <a:moveTo>
                    <a:pt x="59990" y="0"/>
                  </a:moveTo>
                  <a:lnTo>
                    <a:pt x="977289" y="0"/>
                  </a:lnTo>
                  <a:cubicBezTo>
                    <a:pt x="993199" y="0"/>
                    <a:pt x="1008457" y="6320"/>
                    <a:pt x="1019708" y="17571"/>
                  </a:cubicBezTo>
                  <a:cubicBezTo>
                    <a:pt x="1030958" y="28821"/>
                    <a:pt x="1037278" y="44079"/>
                    <a:pt x="1037278" y="59990"/>
                  </a:cubicBezTo>
                  <a:lnTo>
                    <a:pt x="1037278" y="84679"/>
                  </a:lnTo>
                  <a:cubicBezTo>
                    <a:pt x="1037278" y="100589"/>
                    <a:pt x="1030958" y="115848"/>
                    <a:pt x="1019708" y="127098"/>
                  </a:cubicBezTo>
                  <a:cubicBezTo>
                    <a:pt x="1008457" y="138349"/>
                    <a:pt x="993199" y="144669"/>
                    <a:pt x="977289" y="144669"/>
                  </a:cubicBezTo>
                  <a:lnTo>
                    <a:pt x="59990" y="144669"/>
                  </a:lnTo>
                  <a:cubicBezTo>
                    <a:pt x="26858" y="144669"/>
                    <a:pt x="0" y="117811"/>
                    <a:pt x="0" y="84679"/>
                  </a:cubicBezTo>
                  <a:lnTo>
                    <a:pt x="0" y="59990"/>
                  </a:lnTo>
                  <a:cubicBezTo>
                    <a:pt x="0" y="44079"/>
                    <a:pt x="6320" y="28821"/>
                    <a:pt x="17571" y="17571"/>
                  </a:cubicBezTo>
                  <a:cubicBezTo>
                    <a:pt x="28821" y="6320"/>
                    <a:pt x="44079" y="0"/>
                    <a:pt x="59990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037278" cy="19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3024490"/>
            <a:ext cx="6665109" cy="800909"/>
            <a:chOff x="0" y="0"/>
            <a:chExt cx="1371422" cy="1647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71422" cy="164796"/>
            </a:xfrm>
            <a:custGeom>
              <a:avLst/>
              <a:gdLst/>
              <a:ahLst/>
              <a:cxnLst/>
              <a:rect r="r" b="b" t="t" l="l"/>
              <a:pathLst>
                <a:path h="164796" w="1371422">
                  <a:moveTo>
                    <a:pt x="45373" y="0"/>
                  </a:moveTo>
                  <a:lnTo>
                    <a:pt x="1326048" y="0"/>
                  </a:lnTo>
                  <a:cubicBezTo>
                    <a:pt x="1338082" y="0"/>
                    <a:pt x="1349623" y="4780"/>
                    <a:pt x="1358132" y="13290"/>
                  </a:cubicBezTo>
                  <a:cubicBezTo>
                    <a:pt x="1366641" y="21799"/>
                    <a:pt x="1371422" y="33340"/>
                    <a:pt x="1371422" y="45373"/>
                  </a:cubicBezTo>
                  <a:lnTo>
                    <a:pt x="1371422" y="119423"/>
                  </a:lnTo>
                  <a:cubicBezTo>
                    <a:pt x="1371422" y="131456"/>
                    <a:pt x="1366641" y="142997"/>
                    <a:pt x="1358132" y="151507"/>
                  </a:cubicBezTo>
                  <a:cubicBezTo>
                    <a:pt x="1349623" y="160016"/>
                    <a:pt x="1338082" y="164796"/>
                    <a:pt x="1326048" y="164796"/>
                  </a:cubicBezTo>
                  <a:lnTo>
                    <a:pt x="45373" y="164796"/>
                  </a:lnTo>
                  <a:cubicBezTo>
                    <a:pt x="33340" y="164796"/>
                    <a:pt x="21799" y="160016"/>
                    <a:pt x="13290" y="151507"/>
                  </a:cubicBezTo>
                  <a:cubicBezTo>
                    <a:pt x="4780" y="142997"/>
                    <a:pt x="0" y="131456"/>
                    <a:pt x="0" y="119423"/>
                  </a:cubicBezTo>
                  <a:lnTo>
                    <a:pt x="0" y="45373"/>
                  </a:lnTo>
                  <a:cubicBezTo>
                    <a:pt x="0" y="33340"/>
                    <a:pt x="4780" y="21799"/>
                    <a:pt x="13290" y="13290"/>
                  </a:cubicBezTo>
                  <a:cubicBezTo>
                    <a:pt x="21799" y="4780"/>
                    <a:pt x="33340" y="0"/>
                    <a:pt x="45373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371422" cy="212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570837" y="3024014"/>
            <a:ext cx="6688463" cy="800909"/>
            <a:chOff x="0" y="0"/>
            <a:chExt cx="1376227" cy="1647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76227" cy="164796"/>
            </a:xfrm>
            <a:custGeom>
              <a:avLst/>
              <a:gdLst/>
              <a:ahLst/>
              <a:cxnLst/>
              <a:rect r="r" b="b" t="t" l="l"/>
              <a:pathLst>
                <a:path h="164796" w="1376227">
                  <a:moveTo>
                    <a:pt x="45215" y="0"/>
                  </a:moveTo>
                  <a:lnTo>
                    <a:pt x="1331012" y="0"/>
                  </a:lnTo>
                  <a:cubicBezTo>
                    <a:pt x="1343004" y="0"/>
                    <a:pt x="1354504" y="4764"/>
                    <a:pt x="1362984" y="13243"/>
                  </a:cubicBezTo>
                  <a:cubicBezTo>
                    <a:pt x="1371463" y="21723"/>
                    <a:pt x="1376227" y="33223"/>
                    <a:pt x="1376227" y="45215"/>
                  </a:cubicBezTo>
                  <a:lnTo>
                    <a:pt x="1376227" y="119581"/>
                  </a:lnTo>
                  <a:cubicBezTo>
                    <a:pt x="1376227" y="131573"/>
                    <a:pt x="1371463" y="143073"/>
                    <a:pt x="1362984" y="151553"/>
                  </a:cubicBezTo>
                  <a:cubicBezTo>
                    <a:pt x="1354504" y="160032"/>
                    <a:pt x="1343004" y="164796"/>
                    <a:pt x="1331012" y="164796"/>
                  </a:cubicBezTo>
                  <a:lnTo>
                    <a:pt x="45215" y="164796"/>
                  </a:lnTo>
                  <a:cubicBezTo>
                    <a:pt x="33223" y="164796"/>
                    <a:pt x="21723" y="160032"/>
                    <a:pt x="13243" y="151553"/>
                  </a:cubicBezTo>
                  <a:cubicBezTo>
                    <a:pt x="4764" y="143073"/>
                    <a:pt x="0" y="131573"/>
                    <a:pt x="0" y="119581"/>
                  </a:cubicBezTo>
                  <a:lnTo>
                    <a:pt x="0" y="45215"/>
                  </a:lnTo>
                  <a:cubicBezTo>
                    <a:pt x="0" y="33223"/>
                    <a:pt x="4764" y="21723"/>
                    <a:pt x="13243" y="13243"/>
                  </a:cubicBezTo>
                  <a:cubicBezTo>
                    <a:pt x="21723" y="4764"/>
                    <a:pt x="33223" y="0"/>
                    <a:pt x="45215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376227" cy="212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932132" y="4044474"/>
            <a:ext cx="5965874" cy="3355804"/>
          </a:xfrm>
          <a:custGeom>
            <a:avLst/>
            <a:gdLst/>
            <a:ahLst/>
            <a:cxnLst/>
            <a:rect r="r" b="b" t="t" l="l"/>
            <a:pathLst>
              <a:path h="3355804" w="5965874">
                <a:moveTo>
                  <a:pt x="0" y="0"/>
                </a:moveTo>
                <a:lnTo>
                  <a:pt x="5965874" y="0"/>
                </a:lnTo>
                <a:lnTo>
                  <a:pt x="5965874" y="3355804"/>
                </a:lnTo>
                <a:lnTo>
                  <a:pt x="0" y="33558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78317" y="4044474"/>
            <a:ext cx="5965874" cy="3355804"/>
          </a:xfrm>
          <a:custGeom>
            <a:avLst/>
            <a:gdLst/>
            <a:ahLst/>
            <a:cxnLst/>
            <a:rect r="r" b="b" t="t" l="l"/>
            <a:pathLst>
              <a:path h="3355804" w="5965874">
                <a:moveTo>
                  <a:pt x="0" y="0"/>
                </a:moveTo>
                <a:lnTo>
                  <a:pt x="5965874" y="0"/>
                </a:lnTo>
                <a:lnTo>
                  <a:pt x="5965874" y="3355804"/>
                </a:lnTo>
                <a:lnTo>
                  <a:pt x="0" y="3355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952500"/>
            <a:ext cx="890568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TESTING FUNGSIONAL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58079" y="2233816"/>
            <a:ext cx="4782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MANAJEMEN AKSES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8091" y="3207299"/>
            <a:ext cx="618632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TC03 - </a:t>
            </a:r>
            <a:r>
              <a:rPr lang="en-US" b="true" sz="2400" i="true">
                <a:solidFill>
                  <a:srgbClr val="2081A5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reactivateUser</a:t>
            </a:r>
            <a:r>
              <a:rPr lang="en-US" b="true" sz="2400" i="true">
                <a:solidFill>
                  <a:srgbClr val="2081A5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() </a:t>
            </a: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Admin : - 0.0011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11067" y="3206824"/>
            <a:ext cx="620800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TC04 - </a:t>
            </a:r>
            <a:r>
              <a:rPr lang="en-US" b="true" sz="2400" i="true">
                <a:solidFill>
                  <a:srgbClr val="2081A5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deactivateUser</a:t>
            </a:r>
            <a:r>
              <a:rPr lang="en-US" b="true" sz="2400" i="true">
                <a:solidFill>
                  <a:srgbClr val="2081A5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() </a:t>
            </a: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Admin : - 0.0010</a:t>
            </a:r>
          </a:p>
        </p:txBody>
      </p:sp>
    </p:spTree>
  </p:cSld>
  <p:clrMapOvr>
    <a:masterClrMapping/>
  </p:clrMapOvr>
  <p:transition spd="slow">
    <p:push dir="r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50267" y="294022"/>
            <a:ext cx="1959140" cy="734678"/>
          </a:xfrm>
          <a:custGeom>
            <a:avLst/>
            <a:gdLst/>
            <a:ahLst/>
            <a:cxnLst/>
            <a:rect r="r" b="b" t="t" l="l"/>
            <a:pathLst>
              <a:path h="734678" w="1959140">
                <a:moveTo>
                  <a:pt x="0" y="0"/>
                </a:moveTo>
                <a:lnTo>
                  <a:pt x="1959140" y="0"/>
                </a:lnTo>
                <a:lnTo>
                  <a:pt x="1959140" y="734678"/>
                </a:lnTo>
                <a:lnTo>
                  <a:pt x="0" y="734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099441"/>
            <a:ext cx="5041172" cy="703091"/>
            <a:chOff x="0" y="0"/>
            <a:chExt cx="1037278" cy="1446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278" cy="144669"/>
            </a:xfrm>
            <a:custGeom>
              <a:avLst/>
              <a:gdLst/>
              <a:ahLst/>
              <a:cxnLst/>
              <a:rect r="r" b="b" t="t" l="l"/>
              <a:pathLst>
                <a:path h="144669" w="1037278">
                  <a:moveTo>
                    <a:pt x="59990" y="0"/>
                  </a:moveTo>
                  <a:lnTo>
                    <a:pt x="977289" y="0"/>
                  </a:lnTo>
                  <a:cubicBezTo>
                    <a:pt x="993199" y="0"/>
                    <a:pt x="1008457" y="6320"/>
                    <a:pt x="1019708" y="17571"/>
                  </a:cubicBezTo>
                  <a:cubicBezTo>
                    <a:pt x="1030958" y="28821"/>
                    <a:pt x="1037278" y="44079"/>
                    <a:pt x="1037278" y="59990"/>
                  </a:cubicBezTo>
                  <a:lnTo>
                    <a:pt x="1037278" y="84679"/>
                  </a:lnTo>
                  <a:cubicBezTo>
                    <a:pt x="1037278" y="100589"/>
                    <a:pt x="1030958" y="115848"/>
                    <a:pt x="1019708" y="127098"/>
                  </a:cubicBezTo>
                  <a:cubicBezTo>
                    <a:pt x="1008457" y="138349"/>
                    <a:pt x="993199" y="144669"/>
                    <a:pt x="977289" y="144669"/>
                  </a:cubicBezTo>
                  <a:lnTo>
                    <a:pt x="59990" y="144669"/>
                  </a:lnTo>
                  <a:cubicBezTo>
                    <a:pt x="26858" y="144669"/>
                    <a:pt x="0" y="117811"/>
                    <a:pt x="0" y="84679"/>
                  </a:cubicBezTo>
                  <a:lnTo>
                    <a:pt x="0" y="59990"/>
                  </a:lnTo>
                  <a:cubicBezTo>
                    <a:pt x="0" y="44079"/>
                    <a:pt x="6320" y="28821"/>
                    <a:pt x="17571" y="17571"/>
                  </a:cubicBezTo>
                  <a:cubicBezTo>
                    <a:pt x="28821" y="6320"/>
                    <a:pt x="44079" y="0"/>
                    <a:pt x="59990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037278" cy="19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3024490"/>
            <a:ext cx="7179542" cy="800909"/>
            <a:chOff x="0" y="0"/>
            <a:chExt cx="1477272" cy="1647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77272" cy="164796"/>
            </a:xfrm>
            <a:custGeom>
              <a:avLst/>
              <a:gdLst/>
              <a:ahLst/>
              <a:cxnLst/>
              <a:rect r="r" b="b" t="t" l="l"/>
              <a:pathLst>
                <a:path h="164796" w="1477272">
                  <a:moveTo>
                    <a:pt x="42122" y="0"/>
                  </a:moveTo>
                  <a:lnTo>
                    <a:pt x="1435150" y="0"/>
                  </a:lnTo>
                  <a:cubicBezTo>
                    <a:pt x="1446321" y="0"/>
                    <a:pt x="1457035" y="4438"/>
                    <a:pt x="1464935" y="12337"/>
                  </a:cubicBezTo>
                  <a:cubicBezTo>
                    <a:pt x="1472834" y="20237"/>
                    <a:pt x="1477272" y="30951"/>
                    <a:pt x="1477272" y="42122"/>
                  </a:cubicBezTo>
                  <a:lnTo>
                    <a:pt x="1477272" y="122674"/>
                  </a:lnTo>
                  <a:cubicBezTo>
                    <a:pt x="1477272" y="133845"/>
                    <a:pt x="1472834" y="144559"/>
                    <a:pt x="1464935" y="152459"/>
                  </a:cubicBezTo>
                  <a:cubicBezTo>
                    <a:pt x="1457035" y="160358"/>
                    <a:pt x="1446321" y="164796"/>
                    <a:pt x="1435150" y="164796"/>
                  </a:cubicBezTo>
                  <a:lnTo>
                    <a:pt x="42122" y="164796"/>
                  </a:lnTo>
                  <a:cubicBezTo>
                    <a:pt x="30951" y="164796"/>
                    <a:pt x="20237" y="160358"/>
                    <a:pt x="12337" y="152459"/>
                  </a:cubicBezTo>
                  <a:cubicBezTo>
                    <a:pt x="4438" y="144559"/>
                    <a:pt x="0" y="133845"/>
                    <a:pt x="0" y="122674"/>
                  </a:cubicBezTo>
                  <a:lnTo>
                    <a:pt x="0" y="42122"/>
                  </a:lnTo>
                  <a:cubicBezTo>
                    <a:pt x="0" y="30951"/>
                    <a:pt x="4438" y="20237"/>
                    <a:pt x="12337" y="12337"/>
                  </a:cubicBezTo>
                  <a:cubicBezTo>
                    <a:pt x="20237" y="4438"/>
                    <a:pt x="30951" y="0"/>
                    <a:pt x="42122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477272" cy="212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827731" y="1134551"/>
            <a:ext cx="6431569" cy="800909"/>
            <a:chOff x="0" y="0"/>
            <a:chExt cx="1323368" cy="1647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23368" cy="164796"/>
            </a:xfrm>
            <a:custGeom>
              <a:avLst/>
              <a:gdLst/>
              <a:ahLst/>
              <a:cxnLst/>
              <a:rect r="r" b="b" t="t" l="l"/>
              <a:pathLst>
                <a:path h="164796" w="1323368">
                  <a:moveTo>
                    <a:pt x="47021" y="0"/>
                  </a:moveTo>
                  <a:lnTo>
                    <a:pt x="1276347" y="0"/>
                  </a:lnTo>
                  <a:cubicBezTo>
                    <a:pt x="1302316" y="0"/>
                    <a:pt x="1323368" y="21052"/>
                    <a:pt x="1323368" y="47021"/>
                  </a:cubicBezTo>
                  <a:lnTo>
                    <a:pt x="1323368" y="117775"/>
                  </a:lnTo>
                  <a:cubicBezTo>
                    <a:pt x="1323368" y="143744"/>
                    <a:pt x="1302316" y="164796"/>
                    <a:pt x="1276347" y="164796"/>
                  </a:cubicBezTo>
                  <a:lnTo>
                    <a:pt x="47021" y="164796"/>
                  </a:lnTo>
                  <a:cubicBezTo>
                    <a:pt x="21052" y="164796"/>
                    <a:pt x="0" y="143744"/>
                    <a:pt x="0" y="117775"/>
                  </a:cubicBezTo>
                  <a:lnTo>
                    <a:pt x="0" y="47021"/>
                  </a:lnTo>
                  <a:cubicBezTo>
                    <a:pt x="0" y="21052"/>
                    <a:pt x="21052" y="0"/>
                    <a:pt x="47021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323368" cy="212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818131" y="4044474"/>
            <a:ext cx="5600679" cy="2651285"/>
          </a:xfrm>
          <a:custGeom>
            <a:avLst/>
            <a:gdLst/>
            <a:ahLst/>
            <a:cxnLst/>
            <a:rect r="r" b="b" t="t" l="l"/>
            <a:pathLst>
              <a:path h="2651285" w="5600679">
                <a:moveTo>
                  <a:pt x="0" y="0"/>
                </a:moveTo>
                <a:lnTo>
                  <a:pt x="5600679" y="0"/>
                </a:lnTo>
                <a:lnTo>
                  <a:pt x="5600679" y="2651285"/>
                </a:lnTo>
                <a:lnTo>
                  <a:pt x="0" y="2651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678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818131" y="6911428"/>
            <a:ext cx="5600679" cy="2655333"/>
          </a:xfrm>
          <a:custGeom>
            <a:avLst/>
            <a:gdLst/>
            <a:ahLst/>
            <a:cxnLst/>
            <a:rect r="r" b="b" t="t" l="l"/>
            <a:pathLst>
              <a:path h="2655333" w="5600679">
                <a:moveTo>
                  <a:pt x="0" y="0"/>
                </a:moveTo>
                <a:lnTo>
                  <a:pt x="5600679" y="0"/>
                </a:lnTo>
                <a:lnTo>
                  <a:pt x="5600679" y="2655334"/>
                </a:lnTo>
                <a:lnTo>
                  <a:pt x="0" y="26553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534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235644" y="2114944"/>
            <a:ext cx="5615743" cy="2675373"/>
          </a:xfrm>
          <a:custGeom>
            <a:avLst/>
            <a:gdLst/>
            <a:ahLst/>
            <a:cxnLst/>
            <a:rect r="r" b="b" t="t" l="l"/>
            <a:pathLst>
              <a:path h="2675373" w="5615743">
                <a:moveTo>
                  <a:pt x="0" y="0"/>
                </a:moveTo>
                <a:lnTo>
                  <a:pt x="5615743" y="0"/>
                </a:lnTo>
                <a:lnTo>
                  <a:pt x="5615743" y="2675373"/>
                </a:lnTo>
                <a:lnTo>
                  <a:pt x="0" y="26753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803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952500"/>
            <a:ext cx="890568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TESTING FUNGSIONAL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8079" y="2233816"/>
            <a:ext cx="4782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MANAJEMEN DATA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6568" y="3207299"/>
            <a:ext cx="666380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TC05 - </a:t>
            </a:r>
            <a:r>
              <a:rPr lang="en-US" b="true" sz="2400" i="true">
                <a:solidFill>
                  <a:srgbClr val="2081A5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addMedicalRecord()</a:t>
            </a:r>
            <a:r>
              <a:rPr lang="en-US" b="true" sz="2400" i="true">
                <a:solidFill>
                  <a:srgbClr val="2081A5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Dokter : - 0.0022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58735" y="1317360"/>
            <a:ext cx="596956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TC06 - </a:t>
            </a:r>
            <a:r>
              <a:rPr lang="en-US" b="true" sz="2400" i="true">
                <a:solidFill>
                  <a:srgbClr val="2081A5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getRecords()</a:t>
            </a:r>
            <a:r>
              <a:rPr lang="en-US" b="true" sz="2400" i="true">
                <a:solidFill>
                  <a:srgbClr val="2081A5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- 0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827731" y="4969801"/>
            <a:ext cx="5041172" cy="703091"/>
            <a:chOff x="0" y="0"/>
            <a:chExt cx="1037278" cy="14466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37278" cy="144669"/>
            </a:xfrm>
            <a:custGeom>
              <a:avLst/>
              <a:gdLst/>
              <a:ahLst/>
              <a:cxnLst/>
              <a:rect r="r" b="b" t="t" l="l"/>
              <a:pathLst>
                <a:path h="144669" w="1037278">
                  <a:moveTo>
                    <a:pt x="59990" y="0"/>
                  </a:moveTo>
                  <a:lnTo>
                    <a:pt x="977289" y="0"/>
                  </a:lnTo>
                  <a:cubicBezTo>
                    <a:pt x="993199" y="0"/>
                    <a:pt x="1008457" y="6320"/>
                    <a:pt x="1019708" y="17571"/>
                  </a:cubicBezTo>
                  <a:cubicBezTo>
                    <a:pt x="1030958" y="28821"/>
                    <a:pt x="1037278" y="44079"/>
                    <a:pt x="1037278" y="59990"/>
                  </a:cubicBezTo>
                  <a:lnTo>
                    <a:pt x="1037278" y="84679"/>
                  </a:lnTo>
                  <a:cubicBezTo>
                    <a:pt x="1037278" y="100589"/>
                    <a:pt x="1030958" y="115848"/>
                    <a:pt x="1019708" y="127098"/>
                  </a:cubicBezTo>
                  <a:cubicBezTo>
                    <a:pt x="1008457" y="138349"/>
                    <a:pt x="993199" y="144669"/>
                    <a:pt x="977289" y="144669"/>
                  </a:cubicBezTo>
                  <a:lnTo>
                    <a:pt x="59990" y="144669"/>
                  </a:lnTo>
                  <a:cubicBezTo>
                    <a:pt x="26858" y="144669"/>
                    <a:pt x="0" y="117811"/>
                    <a:pt x="0" y="84679"/>
                  </a:cubicBezTo>
                  <a:lnTo>
                    <a:pt x="0" y="59990"/>
                  </a:lnTo>
                  <a:cubicBezTo>
                    <a:pt x="0" y="44079"/>
                    <a:pt x="6320" y="28821"/>
                    <a:pt x="17571" y="17571"/>
                  </a:cubicBezTo>
                  <a:cubicBezTo>
                    <a:pt x="28821" y="6320"/>
                    <a:pt x="44079" y="0"/>
                    <a:pt x="59990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037278" cy="19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957110" y="5104176"/>
            <a:ext cx="4782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KEAMANAN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827731" y="5894850"/>
            <a:ext cx="6431569" cy="800909"/>
            <a:chOff x="0" y="0"/>
            <a:chExt cx="1323368" cy="1647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23368" cy="164796"/>
            </a:xfrm>
            <a:custGeom>
              <a:avLst/>
              <a:gdLst/>
              <a:ahLst/>
              <a:cxnLst/>
              <a:rect r="r" b="b" t="t" l="l"/>
              <a:pathLst>
                <a:path h="164796" w="1323368">
                  <a:moveTo>
                    <a:pt x="47021" y="0"/>
                  </a:moveTo>
                  <a:lnTo>
                    <a:pt x="1276347" y="0"/>
                  </a:lnTo>
                  <a:cubicBezTo>
                    <a:pt x="1302316" y="0"/>
                    <a:pt x="1323368" y="21052"/>
                    <a:pt x="1323368" y="47021"/>
                  </a:cubicBezTo>
                  <a:lnTo>
                    <a:pt x="1323368" y="117775"/>
                  </a:lnTo>
                  <a:cubicBezTo>
                    <a:pt x="1323368" y="143744"/>
                    <a:pt x="1302316" y="164796"/>
                    <a:pt x="1276347" y="164796"/>
                  </a:cubicBezTo>
                  <a:lnTo>
                    <a:pt x="47021" y="164796"/>
                  </a:lnTo>
                  <a:cubicBezTo>
                    <a:pt x="21052" y="164796"/>
                    <a:pt x="0" y="143744"/>
                    <a:pt x="0" y="117775"/>
                  </a:cubicBezTo>
                  <a:lnTo>
                    <a:pt x="0" y="47021"/>
                  </a:lnTo>
                  <a:cubicBezTo>
                    <a:pt x="0" y="21052"/>
                    <a:pt x="21052" y="0"/>
                    <a:pt x="47021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323368" cy="212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1058735" y="6077659"/>
            <a:ext cx="596956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TC07 - </a:t>
            </a:r>
            <a:r>
              <a:rPr lang="en-US" b="true" sz="2400" i="true">
                <a:solidFill>
                  <a:srgbClr val="2081A5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getRecords()</a:t>
            </a: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- 0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1235644" y="6911428"/>
            <a:ext cx="5615743" cy="2661981"/>
          </a:xfrm>
          <a:custGeom>
            <a:avLst/>
            <a:gdLst/>
            <a:ahLst/>
            <a:cxnLst/>
            <a:rect r="r" b="b" t="t" l="l"/>
            <a:pathLst>
              <a:path h="2661981" w="5615743">
                <a:moveTo>
                  <a:pt x="0" y="0"/>
                </a:moveTo>
                <a:lnTo>
                  <a:pt x="5615743" y="0"/>
                </a:lnTo>
                <a:lnTo>
                  <a:pt x="5615743" y="2661981"/>
                </a:lnTo>
                <a:lnTo>
                  <a:pt x="0" y="266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1534" r="0" b="0"/>
            </a:stretch>
          </a:blipFill>
        </p:spPr>
      </p:sp>
    </p:spTree>
  </p:cSld>
  <p:clrMapOvr>
    <a:masterClrMapping/>
  </p:clrMapOvr>
  <p:transition spd="slow">
    <p:push dir="r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50267" y="294022"/>
            <a:ext cx="1959140" cy="734678"/>
          </a:xfrm>
          <a:custGeom>
            <a:avLst/>
            <a:gdLst/>
            <a:ahLst/>
            <a:cxnLst/>
            <a:rect r="r" b="b" t="t" l="l"/>
            <a:pathLst>
              <a:path h="734678" w="1959140">
                <a:moveTo>
                  <a:pt x="0" y="0"/>
                </a:moveTo>
                <a:lnTo>
                  <a:pt x="1959140" y="0"/>
                </a:lnTo>
                <a:lnTo>
                  <a:pt x="1959140" y="734678"/>
                </a:lnTo>
                <a:lnTo>
                  <a:pt x="0" y="734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8249" y="2422845"/>
            <a:ext cx="15651503" cy="1053591"/>
          </a:xfrm>
          <a:custGeom>
            <a:avLst/>
            <a:gdLst/>
            <a:ahLst/>
            <a:cxnLst/>
            <a:rect r="r" b="b" t="t" l="l"/>
            <a:pathLst>
              <a:path h="1053591" w="15651503">
                <a:moveTo>
                  <a:pt x="0" y="0"/>
                </a:moveTo>
                <a:lnTo>
                  <a:pt x="15651502" y="0"/>
                </a:lnTo>
                <a:lnTo>
                  <a:pt x="15651502" y="1053591"/>
                </a:lnTo>
                <a:lnTo>
                  <a:pt x="0" y="10535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138" t="-178114" r="-7327" b="-67002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18249" y="4180387"/>
            <a:ext cx="15651503" cy="707305"/>
          </a:xfrm>
          <a:custGeom>
            <a:avLst/>
            <a:gdLst/>
            <a:ahLst/>
            <a:cxnLst/>
            <a:rect r="r" b="b" t="t" l="l"/>
            <a:pathLst>
              <a:path h="707305" w="15651503">
                <a:moveTo>
                  <a:pt x="0" y="0"/>
                </a:moveTo>
                <a:lnTo>
                  <a:pt x="15651502" y="0"/>
                </a:lnTo>
                <a:lnTo>
                  <a:pt x="15651502" y="707305"/>
                </a:lnTo>
                <a:lnTo>
                  <a:pt x="0" y="7073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092" t="-246282" r="-6990" b="-106127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18249" y="5602067"/>
            <a:ext cx="15651503" cy="1220104"/>
          </a:xfrm>
          <a:custGeom>
            <a:avLst/>
            <a:gdLst/>
            <a:ahLst/>
            <a:cxnLst/>
            <a:rect r="r" b="b" t="t" l="l"/>
            <a:pathLst>
              <a:path h="1220104" w="15651503">
                <a:moveTo>
                  <a:pt x="0" y="0"/>
                </a:moveTo>
                <a:lnTo>
                  <a:pt x="15651502" y="0"/>
                </a:lnTo>
                <a:lnTo>
                  <a:pt x="15651502" y="1220104"/>
                </a:lnTo>
                <a:lnTo>
                  <a:pt x="0" y="12201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87165" r="0" b="-3732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952500"/>
            <a:ext cx="890568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INSIGHT PENGUJIAN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50611" y="2056290"/>
            <a:ext cx="525578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METAMASK PASIEN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50611" y="3809811"/>
            <a:ext cx="525578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METAMASK DOKTER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50611" y="5221067"/>
            <a:ext cx="525578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METAMASK ADMIN</a:t>
            </a:r>
          </a:p>
        </p:txBody>
      </p:sp>
    </p:spTree>
  </p:cSld>
  <p:clrMapOvr>
    <a:masterClrMapping/>
  </p:clrMapOvr>
  <p:transition spd="slow">
    <p:push dir="r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50267" y="294022"/>
            <a:ext cx="1959140" cy="734678"/>
          </a:xfrm>
          <a:custGeom>
            <a:avLst/>
            <a:gdLst/>
            <a:ahLst/>
            <a:cxnLst/>
            <a:rect r="r" b="b" t="t" l="l"/>
            <a:pathLst>
              <a:path h="734678" w="1959140">
                <a:moveTo>
                  <a:pt x="0" y="0"/>
                </a:moveTo>
                <a:lnTo>
                  <a:pt x="1959140" y="0"/>
                </a:lnTo>
                <a:lnTo>
                  <a:pt x="1959140" y="734678"/>
                </a:lnTo>
                <a:lnTo>
                  <a:pt x="0" y="734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52500"/>
            <a:ext cx="890568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PENUTUP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3445974"/>
            <a:ext cx="7754087" cy="1534426"/>
            <a:chOff x="0" y="0"/>
            <a:chExt cx="1595491" cy="3157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95491" cy="315726"/>
            </a:xfrm>
            <a:custGeom>
              <a:avLst/>
              <a:gdLst/>
              <a:ahLst/>
              <a:cxnLst/>
              <a:rect r="r" b="b" t="t" l="l"/>
              <a:pathLst>
                <a:path h="315726" w="1595491">
                  <a:moveTo>
                    <a:pt x="39001" y="0"/>
                  </a:moveTo>
                  <a:lnTo>
                    <a:pt x="1556490" y="0"/>
                  </a:lnTo>
                  <a:cubicBezTo>
                    <a:pt x="1566834" y="0"/>
                    <a:pt x="1576754" y="4109"/>
                    <a:pt x="1584068" y="11423"/>
                  </a:cubicBezTo>
                  <a:cubicBezTo>
                    <a:pt x="1591382" y="18737"/>
                    <a:pt x="1595491" y="28657"/>
                    <a:pt x="1595491" y="39001"/>
                  </a:cubicBezTo>
                  <a:lnTo>
                    <a:pt x="1595491" y="276724"/>
                  </a:lnTo>
                  <a:cubicBezTo>
                    <a:pt x="1595491" y="287068"/>
                    <a:pt x="1591382" y="296988"/>
                    <a:pt x="1584068" y="304302"/>
                  </a:cubicBezTo>
                  <a:cubicBezTo>
                    <a:pt x="1576754" y="311616"/>
                    <a:pt x="1566834" y="315726"/>
                    <a:pt x="1556490" y="315726"/>
                  </a:cubicBezTo>
                  <a:lnTo>
                    <a:pt x="39001" y="315726"/>
                  </a:lnTo>
                  <a:cubicBezTo>
                    <a:pt x="28657" y="315726"/>
                    <a:pt x="18737" y="311616"/>
                    <a:pt x="11423" y="304302"/>
                  </a:cubicBezTo>
                  <a:cubicBezTo>
                    <a:pt x="4109" y="296988"/>
                    <a:pt x="0" y="287068"/>
                    <a:pt x="0" y="276724"/>
                  </a:cubicBezTo>
                  <a:lnTo>
                    <a:pt x="0" y="39001"/>
                  </a:lnTo>
                  <a:cubicBezTo>
                    <a:pt x="0" y="28657"/>
                    <a:pt x="4109" y="18737"/>
                    <a:pt x="11423" y="11423"/>
                  </a:cubicBezTo>
                  <a:cubicBezTo>
                    <a:pt x="18737" y="4109"/>
                    <a:pt x="28657" y="0"/>
                    <a:pt x="39001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595491" cy="363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69731" y="3569106"/>
            <a:ext cx="7272025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Kedaulatan Data: </a:t>
            </a: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Arsitektur hybrid (Blockchain/IPFS) </a:t>
            </a: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mengalihkan kontrol penuh rekam medis dari pihak terpusat ke tangan pasien.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741615" y="2615217"/>
            <a:ext cx="5041172" cy="703091"/>
            <a:chOff x="0" y="0"/>
            <a:chExt cx="1037278" cy="1446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7278" cy="144669"/>
            </a:xfrm>
            <a:custGeom>
              <a:avLst/>
              <a:gdLst/>
              <a:ahLst/>
              <a:cxnLst/>
              <a:rect r="r" b="b" t="t" l="l"/>
              <a:pathLst>
                <a:path h="144669" w="1037278">
                  <a:moveTo>
                    <a:pt x="59990" y="0"/>
                  </a:moveTo>
                  <a:lnTo>
                    <a:pt x="977289" y="0"/>
                  </a:lnTo>
                  <a:cubicBezTo>
                    <a:pt x="993199" y="0"/>
                    <a:pt x="1008457" y="6320"/>
                    <a:pt x="1019708" y="17571"/>
                  </a:cubicBezTo>
                  <a:cubicBezTo>
                    <a:pt x="1030958" y="28821"/>
                    <a:pt x="1037278" y="44079"/>
                    <a:pt x="1037278" y="59990"/>
                  </a:cubicBezTo>
                  <a:lnTo>
                    <a:pt x="1037278" y="84679"/>
                  </a:lnTo>
                  <a:cubicBezTo>
                    <a:pt x="1037278" y="100589"/>
                    <a:pt x="1030958" y="115848"/>
                    <a:pt x="1019708" y="127098"/>
                  </a:cubicBezTo>
                  <a:cubicBezTo>
                    <a:pt x="1008457" y="138349"/>
                    <a:pt x="993199" y="144669"/>
                    <a:pt x="977289" y="144669"/>
                  </a:cubicBezTo>
                  <a:lnTo>
                    <a:pt x="59990" y="144669"/>
                  </a:lnTo>
                  <a:cubicBezTo>
                    <a:pt x="26858" y="144669"/>
                    <a:pt x="0" y="117811"/>
                    <a:pt x="0" y="84679"/>
                  </a:cubicBezTo>
                  <a:lnTo>
                    <a:pt x="0" y="59990"/>
                  </a:lnTo>
                  <a:cubicBezTo>
                    <a:pt x="0" y="44079"/>
                    <a:pt x="6320" y="28821"/>
                    <a:pt x="17571" y="17571"/>
                  </a:cubicBezTo>
                  <a:cubicBezTo>
                    <a:pt x="28821" y="6320"/>
                    <a:pt x="44079" y="0"/>
                    <a:pt x="59990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037278" cy="19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906446" y="2749592"/>
            <a:ext cx="4782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KESIMPULAN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5104225"/>
            <a:ext cx="7754087" cy="1534426"/>
            <a:chOff x="0" y="0"/>
            <a:chExt cx="1595491" cy="31572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95491" cy="315726"/>
            </a:xfrm>
            <a:custGeom>
              <a:avLst/>
              <a:gdLst/>
              <a:ahLst/>
              <a:cxnLst/>
              <a:rect r="r" b="b" t="t" l="l"/>
              <a:pathLst>
                <a:path h="315726" w="1595491">
                  <a:moveTo>
                    <a:pt x="39001" y="0"/>
                  </a:moveTo>
                  <a:lnTo>
                    <a:pt x="1556490" y="0"/>
                  </a:lnTo>
                  <a:cubicBezTo>
                    <a:pt x="1566834" y="0"/>
                    <a:pt x="1576754" y="4109"/>
                    <a:pt x="1584068" y="11423"/>
                  </a:cubicBezTo>
                  <a:cubicBezTo>
                    <a:pt x="1591382" y="18737"/>
                    <a:pt x="1595491" y="28657"/>
                    <a:pt x="1595491" y="39001"/>
                  </a:cubicBezTo>
                  <a:lnTo>
                    <a:pt x="1595491" y="276724"/>
                  </a:lnTo>
                  <a:cubicBezTo>
                    <a:pt x="1595491" y="287068"/>
                    <a:pt x="1591382" y="296988"/>
                    <a:pt x="1584068" y="304302"/>
                  </a:cubicBezTo>
                  <a:cubicBezTo>
                    <a:pt x="1576754" y="311616"/>
                    <a:pt x="1566834" y="315726"/>
                    <a:pt x="1556490" y="315726"/>
                  </a:cubicBezTo>
                  <a:lnTo>
                    <a:pt x="39001" y="315726"/>
                  </a:lnTo>
                  <a:cubicBezTo>
                    <a:pt x="28657" y="315726"/>
                    <a:pt x="18737" y="311616"/>
                    <a:pt x="11423" y="304302"/>
                  </a:cubicBezTo>
                  <a:cubicBezTo>
                    <a:pt x="4109" y="296988"/>
                    <a:pt x="0" y="287068"/>
                    <a:pt x="0" y="276724"/>
                  </a:cubicBezTo>
                  <a:lnTo>
                    <a:pt x="0" y="39001"/>
                  </a:lnTo>
                  <a:cubicBezTo>
                    <a:pt x="0" y="28657"/>
                    <a:pt x="4109" y="18737"/>
                    <a:pt x="11423" y="11423"/>
                  </a:cubicBezTo>
                  <a:cubicBezTo>
                    <a:pt x="18737" y="4109"/>
                    <a:pt x="28657" y="0"/>
                    <a:pt x="39001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595491" cy="363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69731" y="5227357"/>
            <a:ext cx="7272025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</a:t>
            </a: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egritas Mutlak: </a:t>
            </a: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Kombinasi sifat immutable blockchain dan redundansi IPFS </a:t>
            </a: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menjamin data kebal manipulasi pihak ketiga.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8700" y="6762476"/>
            <a:ext cx="7754087" cy="1534426"/>
            <a:chOff x="0" y="0"/>
            <a:chExt cx="1595491" cy="31572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95491" cy="315726"/>
            </a:xfrm>
            <a:custGeom>
              <a:avLst/>
              <a:gdLst/>
              <a:ahLst/>
              <a:cxnLst/>
              <a:rect r="r" b="b" t="t" l="l"/>
              <a:pathLst>
                <a:path h="315726" w="1595491">
                  <a:moveTo>
                    <a:pt x="39001" y="0"/>
                  </a:moveTo>
                  <a:lnTo>
                    <a:pt x="1556490" y="0"/>
                  </a:lnTo>
                  <a:cubicBezTo>
                    <a:pt x="1566834" y="0"/>
                    <a:pt x="1576754" y="4109"/>
                    <a:pt x="1584068" y="11423"/>
                  </a:cubicBezTo>
                  <a:cubicBezTo>
                    <a:pt x="1591382" y="18737"/>
                    <a:pt x="1595491" y="28657"/>
                    <a:pt x="1595491" y="39001"/>
                  </a:cubicBezTo>
                  <a:lnTo>
                    <a:pt x="1595491" y="276724"/>
                  </a:lnTo>
                  <a:cubicBezTo>
                    <a:pt x="1595491" y="287068"/>
                    <a:pt x="1591382" y="296988"/>
                    <a:pt x="1584068" y="304302"/>
                  </a:cubicBezTo>
                  <a:cubicBezTo>
                    <a:pt x="1576754" y="311616"/>
                    <a:pt x="1566834" y="315726"/>
                    <a:pt x="1556490" y="315726"/>
                  </a:cubicBezTo>
                  <a:lnTo>
                    <a:pt x="39001" y="315726"/>
                  </a:lnTo>
                  <a:cubicBezTo>
                    <a:pt x="28657" y="315726"/>
                    <a:pt x="18737" y="311616"/>
                    <a:pt x="11423" y="304302"/>
                  </a:cubicBezTo>
                  <a:cubicBezTo>
                    <a:pt x="4109" y="296988"/>
                    <a:pt x="0" y="287068"/>
                    <a:pt x="0" y="276724"/>
                  </a:cubicBezTo>
                  <a:lnTo>
                    <a:pt x="0" y="39001"/>
                  </a:lnTo>
                  <a:cubicBezTo>
                    <a:pt x="0" y="28657"/>
                    <a:pt x="4109" y="18737"/>
                    <a:pt x="11423" y="11423"/>
                  </a:cubicBezTo>
                  <a:cubicBezTo>
                    <a:pt x="18737" y="4109"/>
                    <a:pt x="28657" y="0"/>
                    <a:pt x="39001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595491" cy="363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69731" y="6885608"/>
            <a:ext cx="7272025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Keamanan Efisi</a:t>
            </a: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en: </a:t>
            </a: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Sistem membuktikan integrasi distributed ledger memberikan kea</a:t>
            </a: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manan tinggi tanpa mengorbankan performa akses.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505213" y="3445974"/>
            <a:ext cx="7754087" cy="1534426"/>
            <a:chOff x="0" y="0"/>
            <a:chExt cx="1595491" cy="31572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95491" cy="315726"/>
            </a:xfrm>
            <a:custGeom>
              <a:avLst/>
              <a:gdLst/>
              <a:ahLst/>
              <a:cxnLst/>
              <a:rect r="r" b="b" t="t" l="l"/>
              <a:pathLst>
                <a:path h="315726" w="1595491">
                  <a:moveTo>
                    <a:pt x="39001" y="0"/>
                  </a:moveTo>
                  <a:lnTo>
                    <a:pt x="1556490" y="0"/>
                  </a:lnTo>
                  <a:cubicBezTo>
                    <a:pt x="1566834" y="0"/>
                    <a:pt x="1576754" y="4109"/>
                    <a:pt x="1584068" y="11423"/>
                  </a:cubicBezTo>
                  <a:cubicBezTo>
                    <a:pt x="1591382" y="18737"/>
                    <a:pt x="1595491" y="28657"/>
                    <a:pt x="1595491" y="39001"/>
                  </a:cubicBezTo>
                  <a:lnTo>
                    <a:pt x="1595491" y="276724"/>
                  </a:lnTo>
                  <a:cubicBezTo>
                    <a:pt x="1595491" y="287068"/>
                    <a:pt x="1591382" y="296988"/>
                    <a:pt x="1584068" y="304302"/>
                  </a:cubicBezTo>
                  <a:cubicBezTo>
                    <a:pt x="1576754" y="311616"/>
                    <a:pt x="1566834" y="315726"/>
                    <a:pt x="1556490" y="315726"/>
                  </a:cubicBezTo>
                  <a:lnTo>
                    <a:pt x="39001" y="315726"/>
                  </a:lnTo>
                  <a:cubicBezTo>
                    <a:pt x="28657" y="315726"/>
                    <a:pt x="18737" y="311616"/>
                    <a:pt x="11423" y="304302"/>
                  </a:cubicBezTo>
                  <a:cubicBezTo>
                    <a:pt x="4109" y="296988"/>
                    <a:pt x="0" y="287068"/>
                    <a:pt x="0" y="276724"/>
                  </a:cubicBezTo>
                  <a:lnTo>
                    <a:pt x="0" y="39001"/>
                  </a:lnTo>
                  <a:cubicBezTo>
                    <a:pt x="0" y="28657"/>
                    <a:pt x="4109" y="18737"/>
                    <a:pt x="11423" y="11423"/>
                  </a:cubicBezTo>
                  <a:cubicBezTo>
                    <a:pt x="18737" y="4109"/>
                    <a:pt x="28657" y="0"/>
                    <a:pt x="39001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595491" cy="363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746244" y="3569106"/>
            <a:ext cx="7272025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Sk</a:t>
            </a: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alabilitas Layer 2: </a:t>
            </a: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Adopsi Arbitrum/Poly</a:t>
            </a: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gon untuk memangkas biaya gas bagi operasional rumah sakit skala besar.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505213" y="2615217"/>
            <a:ext cx="5041172" cy="703091"/>
            <a:chOff x="0" y="0"/>
            <a:chExt cx="1037278" cy="14466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37278" cy="144669"/>
            </a:xfrm>
            <a:custGeom>
              <a:avLst/>
              <a:gdLst/>
              <a:ahLst/>
              <a:cxnLst/>
              <a:rect r="r" b="b" t="t" l="l"/>
              <a:pathLst>
                <a:path h="144669" w="1037278">
                  <a:moveTo>
                    <a:pt x="59990" y="0"/>
                  </a:moveTo>
                  <a:lnTo>
                    <a:pt x="977289" y="0"/>
                  </a:lnTo>
                  <a:cubicBezTo>
                    <a:pt x="993199" y="0"/>
                    <a:pt x="1008457" y="6320"/>
                    <a:pt x="1019708" y="17571"/>
                  </a:cubicBezTo>
                  <a:cubicBezTo>
                    <a:pt x="1030958" y="28821"/>
                    <a:pt x="1037278" y="44079"/>
                    <a:pt x="1037278" y="59990"/>
                  </a:cubicBezTo>
                  <a:lnTo>
                    <a:pt x="1037278" y="84679"/>
                  </a:lnTo>
                  <a:cubicBezTo>
                    <a:pt x="1037278" y="100589"/>
                    <a:pt x="1030958" y="115848"/>
                    <a:pt x="1019708" y="127098"/>
                  </a:cubicBezTo>
                  <a:cubicBezTo>
                    <a:pt x="1008457" y="138349"/>
                    <a:pt x="993199" y="144669"/>
                    <a:pt x="977289" y="144669"/>
                  </a:cubicBezTo>
                  <a:lnTo>
                    <a:pt x="59990" y="144669"/>
                  </a:lnTo>
                  <a:cubicBezTo>
                    <a:pt x="26858" y="144669"/>
                    <a:pt x="0" y="117811"/>
                    <a:pt x="0" y="84679"/>
                  </a:cubicBezTo>
                  <a:lnTo>
                    <a:pt x="0" y="59990"/>
                  </a:lnTo>
                  <a:cubicBezTo>
                    <a:pt x="0" y="44079"/>
                    <a:pt x="6320" y="28821"/>
                    <a:pt x="17571" y="17571"/>
                  </a:cubicBezTo>
                  <a:cubicBezTo>
                    <a:pt x="28821" y="6320"/>
                    <a:pt x="44079" y="0"/>
                    <a:pt x="59990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037278" cy="19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670044" y="2749592"/>
            <a:ext cx="4782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ARAH PENGEMBANGAN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505213" y="5104225"/>
            <a:ext cx="7754087" cy="1534426"/>
            <a:chOff x="0" y="0"/>
            <a:chExt cx="1595491" cy="31572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95491" cy="315726"/>
            </a:xfrm>
            <a:custGeom>
              <a:avLst/>
              <a:gdLst/>
              <a:ahLst/>
              <a:cxnLst/>
              <a:rect r="r" b="b" t="t" l="l"/>
              <a:pathLst>
                <a:path h="315726" w="1595491">
                  <a:moveTo>
                    <a:pt x="39001" y="0"/>
                  </a:moveTo>
                  <a:lnTo>
                    <a:pt x="1556490" y="0"/>
                  </a:lnTo>
                  <a:cubicBezTo>
                    <a:pt x="1566834" y="0"/>
                    <a:pt x="1576754" y="4109"/>
                    <a:pt x="1584068" y="11423"/>
                  </a:cubicBezTo>
                  <a:cubicBezTo>
                    <a:pt x="1591382" y="18737"/>
                    <a:pt x="1595491" y="28657"/>
                    <a:pt x="1595491" y="39001"/>
                  </a:cubicBezTo>
                  <a:lnTo>
                    <a:pt x="1595491" y="276724"/>
                  </a:lnTo>
                  <a:cubicBezTo>
                    <a:pt x="1595491" y="287068"/>
                    <a:pt x="1591382" y="296988"/>
                    <a:pt x="1584068" y="304302"/>
                  </a:cubicBezTo>
                  <a:cubicBezTo>
                    <a:pt x="1576754" y="311616"/>
                    <a:pt x="1566834" y="315726"/>
                    <a:pt x="1556490" y="315726"/>
                  </a:cubicBezTo>
                  <a:lnTo>
                    <a:pt x="39001" y="315726"/>
                  </a:lnTo>
                  <a:cubicBezTo>
                    <a:pt x="28657" y="315726"/>
                    <a:pt x="18737" y="311616"/>
                    <a:pt x="11423" y="304302"/>
                  </a:cubicBezTo>
                  <a:cubicBezTo>
                    <a:pt x="4109" y="296988"/>
                    <a:pt x="0" y="287068"/>
                    <a:pt x="0" y="276724"/>
                  </a:cubicBezTo>
                  <a:lnTo>
                    <a:pt x="0" y="39001"/>
                  </a:lnTo>
                  <a:cubicBezTo>
                    <a:pt x="0" y="28657"/>
                    <a:pt x="4109" y="18737"/>
                    <a:pt x="11423" y="11423"/>
                  </a:cubicBezTo>
                  <a:cubicBezTo>
                    <a:pt x="18737" y="4109"/>
                    <a:pt x="28657" y="0"/>
                    <a:pt x="39001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595491" cy="363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746244" y="5227357"/>
            <a:ext cx="7272025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Standa</a:t>
            </a: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risasi FHIR: </a:t>
            </a: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Implementasi standar internasional untuk </a:t>
            </a: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menjamin interoperabilitas data dengan sistem rumah sakit yang ada.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505213" y="6762476"/>
            <a:ext cx="7754087" cy="1534426"/>
            <a:chOff x="0" y="0"/>
            <a:chExt cx="1595491" cy="31572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95491" cy="315726"/>
            </a:xfrm>
            <a:custGeom>
              <a:avLst/>
              <a:gdLst/>
              <a:ahLst/>
              <a:cxnLst/>
              <a:rect r="r" b="b" t="t" l="l"/>
              <a:pathLst>
                <a:path h="315726" w="1595491">
                  <a:moveTo>
                    <a:pt x="39001" y="0"/>
                  </a:moveTo>
                  <a:lnTo>
                    <a:pt x="1556490" y="0"/>
                  </a:lnTo>
                  <a:cubicBezTo>
                    <a:pt x="1566834" y="0"/>
                    <a:pt x="1576754" y="4109"/>
                    <a:pt x="1584068" y="11423"/>
                  </a:cubicBezTo>
                  <a:cubicBezTo>
                    <a:pt x="1591382" y="18737"/>
                    <a:pt x="1595491" y="28657"/>
                    <a:pt x="1595491" y="39001"/>
                  </a:cubicBezTo>
                  <a:lnTo>
                    <a:pt x="1595491" y="276724"/>
                  </a:lnTo>
                  <a:cubicBezTo>
                    <a:pt x="1595491" y="287068"/>
                    <a:pt x="1591382" y="296988"/>
                    <a:pt x="1584068" y="304302"/>
                  </a:cubicBezTo>
                  <a:cubicBezTo>
                    <a:pt x="1576754" y="311616"/>
                    <a:pt x="1566834" y="315726"/>
                    <a:pt x="1556490" y="315726"/>
                  </a:cubicBezTo>
                  <a:lnTo>
                    <a:pt x="39001" y="315726"/>
                  </a:lnTo>
                  <a:cubicBezTo>
                    <a:pt x="28657" y="315726"/>
                    <a:pt x="18737" y="311616"/>
                    <a:pt x="11423" y="304302"/>
                  </a:cubicBezTo>
                  <a:cubicBezTo>
                    <a:pt x="4109" y="296988"/>
                    <a:pt x="0" y="287068"/>
                    <a:pt x="0" y="276724"/>
                  </a:cubicBezTo>
                  <a:lnTo>
                    <a:pt x="0" y="39001"/>
                  </a:lnTo>
                  <a:cubicBezTo>
                    <a:pt x="0" y="28657"/>
                    <a:pt x="4109" y="18737"/>
                    <a:pt x="11423" y="11423"/>
                  </a:cubicBezTo>
                  <a:cubicBezTo>
                    <a:pt x="18737" y="4109"/>
                    <a:pt x="28657" y="0"/>
                    <a:pt x="39001" y="0"/>
                  </a:cubicBezTo>
                  <a:close/>
                </a:path>
              </a:pathLst>
            </a:custGeom>
            <a:solidFill>
              <a:srgbClr val="2081A5">
                <a:alpha val="19608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595491" cy="363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9746244" y="6885608"/>
            <a:ext cx="7272025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Dasbor Otomatis</a:t>
            </a:r>
            <a:r>
              <a:rPr lang="en-US" b="true" sz="2400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</a:t>
            </a: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Pengembangan antarmuka untuk memper</a:t>
            </a:r>
            <a:r>
              <a:rPr lang="en-US" sz="2400">
                <a:solidFill>
                  <a:srgbClr val="2081A5"/>
                </a:solidFill>
                <a:latin typeface="Open Sans"/>
                <a:ea typeface="Open Sans"/>
                <a:cs typeface="Open Sans"/>
                <a:sym typeface="Open Sans"/>
              </a:rPr>
              <a:t>mudah pasien non-teknis mengelola izin akses tanpa kerumitan teknis.</a:t>
            </a:r>
          </a:p>
        </p:txBody>
      </p:sp>
    </p:spTree>
  </p:cSld>
  <p:clrMapOvr>
    <a:masterClrMapping/>
  </p:clrMapOvr>
  <p:transition spd="slow">
    <p:push dir="r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50267" y="294022"/>
            <a:ext cx="1959140" cy="734678"/>
          </a:xfrm>
          <a:custGeom>
            <a:avLst/>
            <a:gdLst/>
            <a:ahLst/>
            <a:cxnLst/>
            <a:rect r="r" b="b" t="t" l="l"/>
            <a:pathLst>
              <a:path h="734678" w="1959140">
                <a:moveTo>
                  <a:pt x="0" y="0"/>
                </a:moveTo>
                <a:lnTo>
                  <a:pt x="1959140" y="0"/>
                </a:lnTo>
                <a:lnTo>
                  <a:pt x="1959140" y="734678"/>
                </a:lnTo>
                <a:lnTo>
                  <a:pt x="0" y="734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826057" y="7131102"/>
            <a:ext cx="5041172" cy="1045168"/>
            <a:chOff x="0" y="0"/>
            <a:chExt cx="1037278" cy="2150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278" cy="215055"/>
            </a:xfrm>
            <a:custGeom>
              <a:avLst/>
              <a:gdLst/>
              <a:ahLst/>
              <a:cxnLst/>
              <a:rect r="r" b="b" t="t" l="l"/>
              <a:pathLst>
                <a:path h="215055" w="1037278">
                  <a:moveTo>
                    <a:pt x="59990" y="0"/>
                  </a:moveTo>
                  <a:lnTo>
                    <a:pt x="977289" y="0"/>
                  </a:lnTo>
                  <a:cubicBezTo>
                    <a:pt x="993199" y="0"/>
                    <a:pt x="1008457" y="6320"/>
                    <a:pt x="1019708" y="17571"/>
                  </a:cubicBezTo>
                  <a:cubicBezTo>
                    <a:pt x="1030958" y="28821"/>
                    <a:pt x="1037278" y="44079"/>
                    <a:pt x="1037278" y="59990"/>
                  </a:cubicBezTo>
                  <a:lnTo>
                    <a:pt x="1037278" y="155065"/>
                  </a:lnTo>
                  <a:cubicBezTo>
                    <a:pt x="1037278" y="188197"/>
                    <a:pt x="1010420" y="215055"/>
                    <a:pt x="977289" y="215055"/>
                  </a:cubicBezTo>
                  <a:lnTo>
                    <a:pt x="59990" y="215055"/>
                  </a:lnTo>
                  <a:cubicBezTo>
                    <a:pt x="44079" y="215055"/>
                    <a:pt x="28821" y="208735"/>
                    <a:pt x="17571" y="197484"/>
                  </a:cubicBezTo>
                  <a:cubicBezTo>
                    <a:pt x="6320" y="186234"/>
                    <a:pt x="0" y="170976"/>
                    <a:pt x="0" y="155065"/>
                  </a:cubicBezTo>
                  <a:lnTo>
                    <a:pt x="0" y="59990"/>
                  </a:lnTo>
                  <a:cubicBezTo>
                    <a:pt x="0" y="44079"/>
                    <a:pt x="6320" y="28821"/>
                    <a:pt x="17571" y="17571"/>
                  </a:cubicBezTo>
                  <a:cubicBezTo>
                    <a:pt x="28821" y="6320"/>
                    <a:pt x="44079" y="0"/>
                    <a:pt x="59990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037278" cy="262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420771" y="7131102"/>
            <a:ext cx="5041172" cy="1045168"/>
            <a:chOff x="0" y="0"/>
            <a:chExt cx="1037278" cy="2150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278" cy="215055"/>
            </a:xfrm>
            <a:custGeom>
              <a:avLst/>
              <a:gdLst/>
              <a:ahLst/>
              <a:cxnLst/>
              <a:rect r="r" b="b" t="t" l="l"/>
              <a:pathLst>
                <a:path h="215055" w="1037278">
                  <a:moveTo>
                    <a:pt x="59990" y="0"/>
                  </a:moveTo>
                  <a:lnTo>
                    <a:pt x="977289" y="0"/>
                  </a:lnTo>
                  <a:cubicBezTo>
                    <a:pt x="993199" y="0"/>
                    <a:pt x="1008457" y="6320"/>
                    <a:pt x="1019708" y="17571"/>
                  </a:cubicBezTo>
                  <a:cubicBezTo>
                    <a:pt x="1030958" y="28821"/>
                    <a:pt x="1037278" y="44079"/>
                    <a:pt x="1037278" y="59990"/>
                  </a:cubicBezTo>
                  <a:lnTo>
                    <a:pt x="1037278" y="155065"/>
                  </a:lnTo>
                  <a:cubicBezTo>
                    <a:pt x="1037278" y="188197"/>
                    <a:pt x="1010420" y="215055"/>
                    <a:pt x="977289" y="215055"/>
                  </a:cubicBezTo>
                  <a:lnTo>
                    <a:pt x="59990" y="215055"/>
                  </a:lnTo>
                  <a:cubicBezTo>
                    <a:pt x="44079" y="215055"/>
                    <a:pt x="28821" y="208735"/>
                    <a:pt x="17571" y="197484"/>
                  </a:cubicBezTo>
                  <a:cubicBezTo>
                    <a:pt x="6320" y="186234"/>
                    <a:pt x="0" y="170976"/>
                    <a:pt x="0" y="155065"/>
                  </a:cubicBezTo>
                  <a:lnTo>
                    <a:pt x="0" y="59990"/>
                  </a:lnTo>
                  <a:cubicBezTo>
                    <a:pt x="0" y="44079"/>
                    <a:pt x="6320" y="28821"/>
                    <a:pt x="17571" y="17571"/>
                  </a:cubicBezTo>
                  <a:cubicBezTo>
                    <a:pt x="28821" y="6320"/>
                    <a:pt x="44079" y="0"/>
                    <a:pt x="59990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37278" cy="262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489756" y="3229824"/>
            <a:ext cx="13308488" cy="3656178"/>
          </a:xfrm>
          <a:custGeom>
            <a:avLst/>
            <a:gdLst/>
            <a:ahLst/>
            <a:cxnLst/>
            <a:rect r="r" b="b" t="t" l="l"/>
            <a:pathLst>
              <a:path h="3656178" w="13308488">
                <a:moveTo>
                  <a:pt x="0" y="0"/>
                </a:moveTo>
                <a:lnTo>
                  <a:pt x="13308488" y="0"/>
                </a:lnTo>
                <a:lnTo>
                  <a:pt x="13308488" y="3656178"/>
                </a:lnTo>
                <a:lnTo>
                  <a:pt x="0" y="36561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952500"/>
            <a:ext cx="890568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SUMBER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55436" y="7382223"/>
            <a:ext cx="478241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  <a:hlinkClick r:id="rId4" tooltip="https://github.com/alfifaza/Kelompok-5_Teknologi-Blockchain_C.git"/>
              </a:rPr>
              <a:t>LINK GITHUB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50149" y="7382223"/>
            <a:ext cx="478241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  <a:hlinkClick r:id="rId5" tooltip="https://drive.google.com/drive/folders/1AK57PUgWu1jg86_BYhKdWccRsFNQKWU9"/>
              </a:rPr>
              <a:t>LINK JURNAL</a:t>
            </a:r>
          </a:p>
        </p:txBody>
      </p:sp>
    </p:spTree>
  </p:cSld>
  <p:clrMapOvr>
    <a:masterClrMapping/>
  </p:clrMapOvr>
  <p:transition spd="slow">
    <p:push dir="r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0282" y="3699297"/>
            <a:ext cx="3956145" cy="750044"/>
            <a:chOff x="0" y="0"/>
            <a:chExt cx="814022" cy="1543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4022" cy="154330"/>
            </a:xfrm>
            <a:custGeom>
              <a:avLst/>
              <a:gdLst/>
              <a:ahLst/>
              <a:cxnLst/>
              <a:rect r="r" b="b" t="t" l="l"/>
              <a:pathLst>
                <a:path h="154330" w="814022">
                  <a:moveTo>
                    <a:pt x="45866" y="0"/>
                  </a:moveTo>
                  <a:lnTo>
                    <a:pt x="768156" y="0"/>
                  </a:lnTo>
                  <a:cubicBezTo>
                    <a:pt x="780320" y="0"/>
                    <a:pt x="791986" y="4832"/>
                    <a:pt x="800588" y="13434"/>
                  </a:cubicBezTo>
                  <a:cubicBezTo>
                    <a:pt x="809189" y="22035"/>
                    <a:pt x="814022" y="33701"/>
                    <a:pt x="814022" y="45866"/>
                  </a:cubicBezTo>
                  <a:lnTo>
                    <a:pt x="814022" y="108464"/>
                  </a:lnTo>
                  <a:cubicBezTo>
                    <a:pt x="814022" y="133795"/>
                    <a:pt x="793487" y="154330"/>
                    <a:pt x="768156" y="154330"/>
                  </a:cubicBezTo>
                  <a:lnTo>
                    <a:pt x="45866" y="154330"/>
                  </a:lnTo>
                  <a:cubicBezTo>
                    <a:pt x="20535" y="154330"/>
                    <a:pt x="0" y="133795"/>
                    <a:pt x="0" y="108464"/>
                  </a:cubicBezTo>
                  <a:lnTo>
                    <a:pt x="0" y="45866"/>
                  </a:lnTo>
                  <a:cubicBezTo>
                    <a:pt x="0" y="20535"/>
                    <a:pt x="20535" y="0"/>
                    <a:pt x="45866" y="0"/>
                  </a:cubicBezTo>
                  <a:close/>
                </a:path>
              </a:pathLst>
            </a:custGeom>
            <a:solidFill>
              <a:srgbClr val="2081A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14022" cy="201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713580" y="954082"/>
            <a:ext cx="2860841" cy="1072815"/>
          </a:xfrm>
          <a:custGeom>
            <a:avLst/>
            <a:gdLst/>
            <a:ahLst/>
            <a:cxnLst/>
            <a:rect r="r" b="b" t="t" l="l"/>
            <a:pathLst>
              <a:path h="1072815" w="2860841">
                <a:moveTo>
                  <a:pt x="0" y="0"/>
                </a:moveTo>
                <a:lnTo>
                  <a:pt x="2860840" y="0"/>
                </a:lnTo>
                <a:lnTo>
                  <a:pt x="2860840" y="1072816"/>
                </a:lnTo>
                <a:lnTo>
                  <a:pt x="0" y="10728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3356889"/>
            <a:ext cx="8730849" cy="6930111"/>
          </a:xfrm>
          <a:custGeom>
            <a:avLst/>
            <a:gdLst/>
            <a:ahLst/>
            <a:cxnLst/>
            <a:rect r="r" b="b" t="t" l="l"/>
            <a:pathLst>
              <a:path h="6930111" w="8730849">
                <a:moveTo>
                  <a:pt x="0" y="0"/>
                </a:moveTo>
                <a:lnTo>
                  <a:pt x="8730849" y="0"/>
                </a:lnTo>
                <a:lnTo>
                  <a:pt x="8730849" y="6930111"/>
                </a:lnTo>
                <a:lnTo>
                  <a:pt x="0" y="69301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900282" y="4683757"/>
            <a:ext cx="6176201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TERIMAKASIH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11336" y="8743950"/>
            <a:ext cx="1326532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2081A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TEKNOLOGI BLOCKCHAIN 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78379" y="3742531"/>
            <a:ext cx="3199951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KELOMPOK 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00282" y="5990803"/>
            <a:ext cx="6176201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b="true" sz="3500" i="true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APAKAH ADA PERTANYAAN?</a:t>
            </a:r>
          </a:p>
        </p:txBody>
      </p:sp>
    </p:spTree>
  </p:cSld>
  <p:clrMapOvr>
    <a:masterClrMapping/>
  </p:clrMapOvr>
  <p:transition spd="slow">
    <p:push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DAHN9FXwOU8</dc:identifier>
  <dcterms:modified xsi:type="dcterms:W3CDTF">2011-08-01T06:04:30Z</dcterms:modified>
  <cp:revision>1</cp:revision>
  <dc:title>UAS_KELOMPOK 5_BLOCKCHAIN C</dc:title>
</cp:coreProperties>
</file>